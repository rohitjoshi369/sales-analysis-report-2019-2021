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90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F410379-C649-42CB-A11E-6D1966460404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05D7BBF-94D5-4ED5-A7DF-415C99B783A7}">
      <dgm:prSet/>
      <dgm:spPr/>
      <dgm:t>
        <a:bodyPr/>
        <a:lstStyle/>
        <a:p>
          <a:r>
            <a:rPr lang="en-US"/>
            <a:t>Total Sales: $2.30M</a:t>
          </a:r>
        </a:p>
      </dgm:t>
    </dgm:pt>
    <dgm:pt modelId="{D694F617-AE81-4BA3-8FCE-0056862594B1}" type="parTrans" cxnId="{9FFDE554-DA53-48E9-B6B9-377E52942A0C}">
      <dgm:prSet/>
      <dgm:spPr/>
      <dgm:t>
        <a:bodyPr/>
        <a:lstStyle/>
        <a:p>
          <a:endParaRPr lang="en-US"/>
        </a:p>
      </dgm:t>
    </dgm:pt>
    <dgm:pt modelId="{DE57064F-0AAF-4FFD-B3DA-9DF354901C43}" type="sibTrans" cxnId="{9FFDE554-DA53-48E9-B6B9-377E52942A0C}">
      <dgm:prSet/>
      <dgm:spPr/>
      <dgm:t>
        <a:bodyPr/>
        <a:lstStyle/>
        <a:p>
          <a:endParaRPr lang="en-US"/>
        </a:p>
      </dgm:t>
    </dgm:pt>
    <dgm:pt modelId="{7D1FD8DA-2687-4356-A9B5-EC74848F780D}">
      <dgm:prSet/>
      <dgm:spPr/>
      <dgm:t>
        <a:bodyPr/>
        <a:lstStyle/>
        <a:p>
          <a:r>
            <a:rPr lang="en-US"/>
            <a:t>Total Profit: $286K</a:t>
          </a:r>
        </a:p>
      </dgm:t>
    </dgm:pt>
    <dgm:pt modelId="{3D56F02A-F9A1-493D-8DED-224EE7C2A20C}" type="parTrans" cxnId="{1669F3BB-667E-410D-BD4E-97685D2F6263}">
      <dgm:prSet/>
      <dgm:spPr/>
      <dgm:t>
        <a:bodyPr/>
        <a:lstStyle/>
        <a:p>
          <a:endParaRPr lang="en-US"/>
        </a:p>
      </dgm:t>
    </dgm:pt>
    <dgm:pt modelId="{0F6566EA-1CE2-4FB9-A6F6-0E6DEEEFB669}" type="sibTrans" cxnId="{1669F3BB-667E-410D-BD4E-97685D2F6263}">
      <dgm:prSet/>
      <dgm:spPr/>
      <dgm:t>
        <a:bodyPr/>
        <a:lstStyle/>
        <a:p>
          <a:endParaRPr lang="en-US"/>
        </a:p>
      </dgm:t>
    </dgm:pt>
    <dgm:pt modelId="{6E7D9052-0513-43D3-AA17-100510D227B3}">
      <dgm:prSet/>
      <dgm:spPr/>
      <dgm:t>
        <a:bodyPr/>
        <a:lstStyle/>
        <a:p>
          <a:r>
            <a:rPr lang="en-US"/>
            <a:t>Total Quantity: 38K</a:t>
          </a:r>
        </a:p>
      </dgm:t>
    </dgm:pt>
    <dgm:pt modelId="{BB44F144-5B8E-4A32-BCAF-A0F15D583A26}" type="parTrans" cxnId="{58F0F9CA-5254-4CB1-B4DA-C8B92792FD05}">
      <dgm:prSet/>
      <dgm:spPr/>
      <dgm:t>
        <a:bodyPr/>
        <a:lstStyle/>
        <a:p>
          <a:endParaRPr lang="en-US"/>
        </a:p>
      </dgm:t>
    </dgm:pt>
    <dgm:pt modelId="{AC1A8758-7641-4767-B7EC-ED0B3B491351}" type="sibTrans" cxnId="{58F0F9CA-5254-4CB1-B4DA-C8B92792FD05}">
      <dgm:prSet/>
      <dgm:spPr/>
      <dgm:t>
        <a:bodyPr/>
        <a:lstStyle/>
        <a:p>
          <a:endParaRPr lang="en-US"/>
        </a:p>
      </dgm:t>
    </dgm:pt>
    <dgm:pt modelId="{8A2AF4C0-2F05-4797-B96E-62F78E89D30F}">
      <dgm:prSet/>
      <dgm:spPr/>
      <dgm:t>
        <a:bodyPr/>
        <a:lstStyle/>
        <a:p>
          <a:r>
            <a:rPr lang="en-US"/>
            <a:t>Steady growth with fluctuations</a:t>
          </a:r>
        </a:p>
      </dgm:t>
    </dgm:pt>
    <dgm:pt modelId="{F0CD580A-3EB8-40CB-9C1C-6ADEB7798D9A}" type="parTrans" cxnId="{2297B817-4B64-4F45-A189-450479FE9BCB}">
      <dgm:prSet/>
      <dgm:spPr/>
      <dgm:t>
        <a:bodyPr/>
        <a:lstStyle/>
        <a:p>
          <a:endParaRPr lang="en-US"/>
        </a:p>
      </dgm:t>
    </dgm:pt>
    <dgm:pt modelId="{84ECF000-D0CB-4782-B7CB-0F90BA3C5DDA}" type="sibTrans" cxnId="{2297B817-4B64-4F45-A189-450479FE9BCB}">
      <dgm:prSet/>
      <dgm:spPr/>
      <dgm:t>
        <a:bodyPr/>
        <a:lstStyle/>
        <a:p>
          <a:endParaRPr lang="en-US"/>
        </a:p>
      </dgm:t>
    </dgm:pt>
    <dgm:pt modelId="{AFF38527-03AC-486E-94D7-CCECD68B9D70}" type="pres">
      <dgm:prSet presAssocID="{4F410379-C649-42CB-A11E-6D1966460404}" presName="linear" presStyleCnt="0">
        <dgm:presLayoutVars>
          <dgm:animLvl val="lvl"/>
          <dgm:resizeHandles val="exact"/>
        </dgm:presLayoutVars>
      </dgm:prSet>
      <dgm:spPr/>
    </dgm:pt>
    <dgm:pt modelId="{926EC355-1EE1-4E79-9ABB-CB52D9BB7F7F}" type="pres">
      <dgm:prSet presAssocID="{905D7BBF-94D5-4ED5-A7DF-415C99B783A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4A0F5B3-09A2-4186-A739-0873C9C32C6F}" type="pres">
      <dgm:prSet presAssocID="{DE57064F-0AAF-4FFD-B3DA-9DF354901C43}" presName="spacer" presStyleCnt="0"/>
      <dgm:spPr/>
    </dgm:pt>
    <dgm:pt modelId="{EC6212D2-A693-4195-AD93-9DFF8FB1C405}" type="pres">
      <dgm:prSet presAssocID="{7D1FD8DA-2687-4356-A9B5-EC74848F780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5679F88-E6D5-461A-B346-A645158AD07F}" type="pres">
      <dgm:prSet presAssocID="{0F6566EA-1CE2-4FB9-A6F6-0E6DEEEFB669}" presName="spacer" presStyleCnt="0"/>
      <dgm:spPr/>
    </dgm:pt>
    <dgm:pt modelId="{916B63E5-4F71-4AE0-9278-3B12B796944F}" type="pres">
      <dgm:prSet presAssocID="{6E7D9052-0513-43D3-AA17-100510D227B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FD5FDD9-ACB4-40B2-B786-57BDD6FDF069}" type="pres">
      <dgm:prSet presAssocID="{AC1A8758-7641-4767-B7EC-ED0B3B491351}" presName="spacer" presStyleCnt="0"/>
      <dgm:spPr/>
    </dgm:pt>
    <dgm:pt modelId="{1021E3C4-090B-497A-8AB5-0B482731174B}" type="pres">
      <dgm:prSet presAssocID="{8A2AF4C0-2F05-4797-B96E-62F78E89D30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30C3016-B2A3-4CA1-86C6-1ED575BA2AB9}" type="presOf" srcId="{4F410379-C649-42CB-A11E-6D1966460404}" destId="{AFF38527-03AC-486E-94D7-CCECD68B9D70}" srcOrd="0" destOrd="0" presId="urn:microsoft.com/office/officeart/2005/8/layout/vList2"/>
    <dgm:cxn modelId="{2297B817-4B64-4F45-A189-450479FE9BCB}" srcId="{4F410379-C649-42CB-A11E-6D1966460404}" destId="{8A2AF4C0-2F05-4797-B96E-62F78E89D30F}" srcOrd="3" destOrd="0" parTransId="{F0CD580A-3EB8-40CB-9C1C-6ADEB7798D9A}" sibTransId="{84ECF000-D0CB-4782-B7CB-0F90BA3C5DDA}"/>
    <dgm:cxn modelId="{A9F21E5E-CAE7-4B6C-BDA1-0D12D40BDE9A}" type="presOf" srcId="{6E7D9052-0513-43D3-AA17-100510D227B3}" destId="{916B63E5-4F71-4AE0-9278-3B12B796944F}" srcOrd="0" destOrd="0" presId="urn:microsoft.com/office/officeart/2005/8/layout/vList2"/>
    <dgm:cxn modelId="{34460D63-C025-4941-97CC-CC424146FD3E}" type="presOf" srcId="{8A2AF4C0-2F05-4797-B96E-62F78E89D30F}" destId="{1021E3C4-090B-497A-8AB5-0B482731174B}" srcOrd="0" destOrd="0" presId="urn:microsoft.com/office/officeart/2005/8/layout/vList2"/>
    <dgm:cxn modelId="{9FFDE554-DA53-48E9-B6B9-377E52942A0C}" srcId="{4F410379-C649-42CB-A11E-6D1966460404}" destId="{905D7BBF-94D5-4ED5-A7DF-415C99B783A7}" srcOrd="0" destOrd="0" parTransId="{D694F617-AE81-4BA3-8FCE-0056862594B1}" sibTransId="{DE57064F-0AAF-4FFD-B3DA-9DF354901C43}"/>
    <dgm:cxn modelId="{9C0AC785-2F8F-4529-A455-D960791A160D}" type="presOf" srcId="{7D1FD8DA-2687-4356-A9B5-EC74848F780D}" destId="{EC6212D2-A693-4195-AD93-9DFF8FB1C405}" srcOrd="0" destOrd="0" presId="urn:microsoft.com/office/officeart/2005/8/layout/vList2"/>
    <dgm:cxn modelId="{848D678B-CE35-4D53-9A93-16F66135F799}" type="presOf" srcId="{905D7BBF-94D5-4ED5-A7DF-415C99B783A7}" destId="{926EC355-1EE1-4E79-9ABB-CB52D9BB7F7F}" srcOrd="0" destOrd="0" presId="urn:microsoft.com/office/officeart/2005/8/layout/vList2"/>
    <dgm:cxn modelId="{1669F3BB-667E-410D-BD4E-97685D2F6263}" srcId="{4F410379-C649-42CB-A11E-6D1966460404}" destId="{7D1FD8DA-2687-4356-A9B5-EC74848F780D}" srcOrd="1" destOrd="0" parTransId="{3D56F02A-F9A1-493D-8DED-224EE7C2A20C}" sibTransId="{0F6566EA-1CE2-4FB9-A6F6-0E6DEEEFB669}"/>
    <dgm:cxn modelId="{58F0F9CA-5254-4CB1-B4DA-C8B92792FD05}" srcId="{4F410379-C649-42CB-A11E-6D1966460404}" destId="{6E7D9052-0513-43D3-AA17-100510D227B3}" srcOrd="2" destOrd="0" parTransId="{BB44F144-5B8E-4A32-BCAF-A0F15D583A26}" sibTransId="{AC1A8758-7641-4767-B7EC-ED0B3B491351}"/>
    <dgm:cxn modelId="{4E284D4A-6C7D-421E-94B7-390B6864E22F}" type="presParOf" srcId="{AFF38527-03AC-486E-94D7-CCECD68B9D70}" destId="{926EC355-1EE1-4E79-9ABB-CB52D9BB7F7F}" srcOrd="0" destOrd="0" presId="urn:microsoft.com/office/officeart/2005/8/layout/vList2"/>
    <dgm:cxn modelId="{C4BB3724-1121-428C-AE28-88CEA8ED0E3F}" type="presParOf" srcId="{AFF38527-03AC-486E-94D7-CCECD68B9D70}" destId="{D4A0F5B3-09A2-4186-A739-0873C9C32C6F}" srcOrd="1" destOrd="0" presId="urn:microsoft.com/office/officeart/2005/8/layout/vList2"/>
    <dgm:cxn modelId="{E15652D8-9854-4144-BAC7-F8C3EE03FABE}" type="presParOf" srcId="{AFF38527-03AC-486E-94D7-CCECD68B9D70}" destId="{EC6212D2-A693-4195-AD93-9DFF8FB1C405}" srcOrd="2" destOrd="0" presId="urn:microsoft.com/office/officeart/2005/8/layout/vList2"/>
    <dgm:cxn modelId="{05C3819B-1262-4BCB-9A47-ED310498887F}" type="presParOf" srcId="{AFF38527-03AC-486E-94D7-CCECD68B9D70}" destId="{45679F88-E6D5-461A-B346-A645158AD07F}" srcOrd="3" destOrd="0" presId="urn:microsoft.com/office/officeart/2005/8/layout/vList2"/>
    <dgm:cxn modelId="{75C57796-87F0-4109-BAC4-7CD5A8C02DEA}" type="presParOf" srcId="{AFF38527-03AC-486E-94D7-CCECD68B9D70}" destId="{916B63E5-4F71-4AE0-9278-3B12B796944F}" srcOrd="4" destOrd="0" presId="urn:microsoft.com/office/officeart/2005/8/layout/vList2"/>
    <dgm:cxn modelId="{1428E22E-0A8C-4191-89ED-438D600589DD}" type="presParOf" srcId="{AFF38527-03AC-486E-94D7-CCECD68B9D70}" destId="{9FD5FDD9-ACB4-40B2-B786-57BDD6FDF069}" srcOrd="5" destOrd="0" presId="urn:microsoft.com/office/officeart/2005/8/layout/vList2"/>
    <dgm:cxn modelId="{44C23374-52AB-4E77-9617-4CB5E351E7F3}" type="presParOf" srcId="{AFF38527-03AC-486E-94D7-CCECD68B9D70}" destId="{1021E3C4-090B-497A-8AB5-0B482731174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24EE219-FBF1-4F12-8ED9-F6A519307904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3D19C90-FC00-4CE2-AEF0-71E1F10ECEE8}">
      <dgm:prSet/>
      <dgm:spPr/>
      <dgm:t>
        <a:bodyPr/>
        <a:lstStyle/>
        <a:p>
          <a:r>
            <a:rPr lang="en-US"/>
            <a:t>Profit margin ~12%</a:t>
          </a:r>
        </a:p>
      </dgm:t>
    </dgm:pt>
    <dgm:pt modelId="{22BBAF37-6A29-43D3-B877-0F1AF38283A6}" type="parTrans" cxnId="{30855AB9-0572-4B40-A375-776F59B4FF1A}">
      <dgm:prSet/>
      <dgm:spPr/>
      <dgm:t>
        <a:bodyPr/>
        <a:lstStyle/>
        <a:p>
          <a:endParaRPr lang="en-US"/>
        </a:p>
      </dgm:t>
    </dgm:pt>
    <dgm:pt modelId="{BDB947E7-999C-425A-8FCC-F12EAD1935B9}" type="sibTrans" cxnId="{30855AB9-0572-4B40-A375-776F59B4FF1A}">
      <dgm:prSet/>
      <dgm:spPr/>
      <dgm:t>
        <a:bodyPr/>
        <a:lstStyle/>
        <a:p>
          <a:endParaRPr lang="en-US"/>
        </a:p>
      </dgm:t>
    </dgm:pt>
    <dgm:pt modelId="{19019251-C8E6-41A3-9B45-1BDC5241770E}">
      <dgm:prSet/>
      <dgm:spPr/>
      <dgm:t>
        <a:bodyPr/>
        <a:lstStyle/>
        <a:p>
          <a:r>
            <a:rPr lang="en-US"/>
            <a:t>Discounts reduce profitability</a:t>
          </a:r>
        </a:p>
      </dgm:t>
    </dgm:pt>
    <dgm:pt modelId="{B7AB9468-36E5-450A-814F-A712E873052D}" type="parTrans" cxnId="{DC48D7C0-85B3-405C-97D8-A7647E8A5CDE}">
      <dgm:prSet/>
      <dgm:spPr/>
      <dgm:t>
        <a:bodyPr/>
        <a:lstStyle/>
        <a:p>
          <a:endParaRPr lang="en-US"/>
        </a:p>
      </dgm:t>
    </dgm:pt>
    <dgm:pt modelId="{1B5FB487-2D4F-4B4D-97B3-161E85317DE0}" type="sibTrans" cxnId="{DC48D7C0-85B3-405C-97D8-A7647E8A5CDE}">
      <dgm:prSet/>
      <dgm:spPr/>
      <dgm:t>
        <a:bodyPr/>
        <a:lstStyle/>
        <a:p>
          <a:endParaRPr lang="en-US"/>
        </a:p>
      </dgm:t>
    </dgm:pt>
    <dgm:pt modelId="{7659EEBE-8405-4492-8472-713BBB33924E}">
      <dgm:prSet/>
      <dgm:spPr/>
      <dgm:t>
        <a:bodyPr/>
        <a:lstStyle/>
        <a:p>
          <a:r>
            <a:rPr lang="en-US"/>
            <a:t>High sales volume</a:t>
          </a:r>
        </a:p>
      </dgm:t>
    </dgm:pt>
    <dgm:pt modelId="{3F938F98-90B9-43DB-929B-F00BC50005E6}" type="parTrans" cxnId="{147BC718-EFAA-4EEC-B7A0-ED5CE755FCFC}">
      <dgm:prSet/>
      <dgm:spPr/>
      <dgm:t>
        <a:bodyPr/>
        <a:lstStyle/>
        <a:p>
          <a:endParaRPr lang="en-US"/>
        </a:p>
      </dgm:t>
    </dgm:pt>
    <dgm:pt modelId="{A8B578AA-4828-458D-83FF-317D9B6F9A5F}" type="sibTrans" cxnId="{147BC718-EFAA-4EEC-B7A0-ED5CE755FCFC}">
      <dgm:prSet/>
      <dgm:spPr/>
      <dgm:t>
        <a:bodyPr/>
        <a:lstStyle/>
        <a:p>
          <a:endParaRPr lang="en-US"/>
        </a:p>
      </dgm:t>
    </dgm:pt>
    <dgm:pt modelId="{50084065-A256-48B1-A33A-588DA09B62EF}" type="pres">
      <dgm:prSet presAssocID="{C24EE219-FBF1-4F12-8ED9-F6A51930790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3C4509D-13C4-41BD-BA2C-5924E892DFB4}" type="pres">
      <dgm:prSet presAssocID="{63D19C90-FC00-4CE2-AEF0-71E1F10ECEE8}" presName="hierRoot1" presStyleCnt="0"/>
      <dgm:spPr/>
    </dgm:pt>
    <dgm:pt modelId="{3EC4AF86-682D-4034-B543-0C17A9DE98E6}" type="pres">
      <dgm:prSet presAssocID="{63D19C90-FC00-4CE2-AEF0-71E1F10ECEE8}" presName="composite" presStyleCnt="0"/>
      <dgm:spPr/>
    </dgm:pt>
    <dgm:pt modelId="{A1D57B29-F3A5-41AB-B9DE-8E167E0175C5}" type="pres">
      <dgm:prSet presAssocID="{63D19C90-FC00-4CE2-AEF0-71E1F10ECEE8}" presName="background" presStyleLbl="node0" presStyleIdx="0" presStyleCnt="3"/>
      <dgm:spPr/>
    </dgm:pt>
    <dgm:pt modelId="{57445302-4103-4E5D-A4C1-2DCE5AC9F725}" type="pres">
      <dgm:prSet presAssocID="{63D19C90-FC00-4CE2-AEF0-71E1F10ECEE8}" presName="text" presStyleLbl="fgAcc0" presStyleIdx="0" presStyleCnt="3">
        <dgm:presLayoutVars>
          <dgm:chPref val="3"/>
        </dgm:presLayoutVars>
      </dgm:prSet>
      <dgm:spPr/>
    </dgm:pt>
    <dgm:pt modelId="{C4B985B1-D3C3-414C-A161-72352115BA63}" type="pres">
      <dgm:prSet presAssocID="{63D19C90-FC00-4CE2-AEF0-71E1F10ECEE8}" presName="hierChild2" presStyleCnt="0"/>
      <dgm:spPr/>
    </dgm:pt>
    <dgm:pt modelId="{6B222E20-99BA-4B16-AEA5-015ACA7D5A4A}" type="pres">
      <dgm:prSet presAssocID="{19019251-C8E6-41A3-9B45-1BDC5241770E}" presName="hierRoot1" presStyleCnt="0"/>
      <dgm:spPr/>
    </dgm:pt>
    <dgm:pt modelId="{EB85FFCA-3766-45FA-B1B7-62B235F70732}" type="pres">
      <dgm:prSet presAssocID="{19019251-C8E6-41A3-9B45-1BDC5241770E}" presName="composite" presStyleCnt="0"/>
      <dgm:spPr/>
    </dgm:pt>
    <dgm:pt modelId="{D973B0C8-5FFB-482A-AC9E-C18F1AE11AC2}" type="pres">
      <dgm:prSet presAssocID="{19019251-C8E6-41A3-9B45-1BDC5241770E}" presName="background" presStyleLbl="node0" presStyleIdx="1" presStyleCnt="3"/>
      <dgm:spPr/>
    </dgm:pt>
    <dgm:pt modelId="{1F37C16F-D34C-48E2-ADAD-C880D10A729F}" type="pres">
      <dgm:prSet presAssocID="{19019251-C8E6-41A3-9B45-1BDC5241770E}" presName="text" presStyleLbl="fgAcc0" presStyleIdx="1" presStyleCnt="3">
        <dgm:presLayoutVars>
          <dgm:chPref val="3"/>
        </dgm:presLayoutVars>
      </dgm:prSet>
      <dgm:spPr/>
    </dgm:pt>
    <dgm:pt modelId="{6CD7E6B2-B505-4006-A6BF-8FBA0B302417}" type="pres">
      <dgm:prSet presAssocID="{19019251-C8E6-41A3-9B45-1BDC5241770E}" presName="hierChild2" presStyleCnt="0"/>
      <dgm:spPr/>
    </dgm:pt>
    <dgm:pt modelId="{31620D71-F946-4233-A3EC-52D3868143C6}" type="pres">
      <dgm:prSet presAssocID="{7659EEBE-8405-4492-8472-713BBB33924E}" presName="hierRoot1" presStyleCnt="0"/>
      <dgm:spPr/>
    </dgm:pt>
    <dgm:pt modelId="{8C630DC8-D10E-42EC-B735-B0B96AB4C15B}" type="pres">
      <dgm:prSet presAssocID="{7659EEBE-8405-4492-8472-713BBB33924E}" presName="composite" presStyleCnt="0"/>
      <dgm:spPr/>
    </dgm:pt>
    <dgm:pt modelId="{5C6B251B-41FE-4D8D-9BF4-7E0914584050}" type="pres">
      <dgm:prSet presAssocID="{7659EEBE-8405-4492-8472-713BBB33924E}" presName="background" presStyleLbl="node0" presStyleIdx="2" presStyleCnt="3"/>
      <dgm:spPr/>
    </dgm:pt>
    <dgm:pt modelId="{547EED1E-2521-43FC-BDA7-646D7FB58420}" type="pres">
      <dgm:prSet presAssocID="{7659EEBE-8405-4492-8472-713BBB33924E}" presName="text" presStyleLbl="fgAcc0" presStyleIdx="2" presStyleCnt="3">
        <dgm:presLayoutVars>
          <dgm:chPref val="3"/>
        </dgm:presLayoutVars>
      </dgm:prSet>
      <dgm:spPr/>
    </dgm:pt>
    <dgm:pt modelId="{6C99AC15-ECA4-4841-8A60-E436298EB9A1}" type="pres">
      <dgm:prSet presAssocID="{7659EEBE-8405-4492-8472-713BBB33924E}" presName="hierChild2" presStyleCnt="0"/>
      <dgm:spPr/>
    </dgm:pt>
  </dgm:ptLst>
  <dgm:cxnLst>
    <dgm:cxn modelId="{147BC718-EFAA-4EEC-B7A0-ED5CE755FCFC}" srcId="{C24EE219-FBF1-4F12-8ED9-F6A519307904}" destId="{7659EEBE-8405-4492-8472-713BBB33924E}" srcOrd="2" destOrd="0" parTransId="{3F938F98-90B9-43DB-929B-F00BC50005E6}" sibTransId="{A8B578AA-4828-458D-83FF-317D9B6F9A5F}"/>
    <dgm:cxn modelId="{E5B5AC1D-CA73-4204-BBE4-15404C9C29F5}" type="presOf" srcId="{63D19C90-FC00-4CE2-AEF0-71E1F10ECEE8}" destId="{57445302-4103-4E5D-A4C1-2DCE5AC9F725}" srcOrd="0" destOrd="0" presId="urn:microsoft.com/office/officeart/2005/8/layout/hierarchy1"/>
    <dgm:cxn modelId="{69810A94-606A-4DAC-B4AB-938743640A0D}" type="presOf" srcId="{7659EEBE-8405-4492-8472-713BBB33924E}" destId="{547EED1E-2521-43FC-BDA7-646D7FB58420}" srcOrd="0" destOrd="0" presId="urn:microsoft.com/office/officeart/2005/8/layout/hierarchy1"/>
    <dgm:cxn modelId="{30855AB9-0572-4B40-A375-776F59B4FF1A}" srcId="{C24EE219-FBF1-4F12-8ED9-F6A519307904}" destId="{63D19C90-FC00-4CE2-AEF0-71E1F10ECEE8}" srcOrd="0" destOrd="0" parTransId="{22BBAF37-6A29-43D3-B877-0F1AF38283A6}" sibTransId="{BDB947E7-999C-425A-8FCC-F12EAD1935B9}"/>
    <dgm:cxn modelId="{DC48D7C0-85B3-405C-97D8-A7647E8A5CDE}" srcId="{C24EE219-FBF1-4F12-8ED9-F6A519307904}" destId="{19019251-C8E6-41A3-9B45-1BDC5241770E}" srcOrd="1" destOrd="0" parTransId="{B7AB9468-36E5-450A-814F-A712E873052D}" sibTransId="{1B5FB487-2D4F-4B4D-97B3-161E85317DE0}"/>
    <dgm:cxn modelId="{469384C6-2643-4CE2-927E-F528ED1AE73F}" type="presOf" srcId="{19019251-C8E6-41A3-9B45-1BDC5241770E}" destId="{1F37C16F-D34C-48E2-ADAD-C880D10A729F}" srcOrd="0" destOrd="0" presId="urn:microsoft.com/office/officeart/2005/8/layout/hierarchy1"/>
    <dgm:cxn modelId="{2AC9A4CC-9A72-4FB8-AF21-B65D0BC21B14}" type="presOf" srcId="{C24EE219-FBF1-4F12-8ED9-F6A519307904}" destId="{50084065-A256-48B1-A33A-588DA09B62EF}" srcOrd="0" destOrd="0" presId="urn:microsoft.com/office/officeart/2005/8/layout/hierarchy1"/>
    <dgm:cxn modelId="{CDC554F4-5F82-4F00-ABD1-93E271DCFD04}" type="presParOf" srcId="{50084065-A256-48B1-A33A-588DA09B62EF}" destId="{E3C4509D-13C4-41BD-BA2C-5924E892DFB4}" srcOrd="0" destOrd="0" presId="urn:microsoft.com/office/officeart/2005/8/layout/hierarchy1"/>
    <dgm:cxn modelId="{2C3C8EBD-442B-4344-852E-6E767E38E3D4}" type="presParOf" srcId="{E3C4509D-13C4-41BD-BA2C-5924E892DFB4}" destId="{3EC4AF86-682D-4034-B543-0C17A9DE98E6}" srcOrd="0" destOrd="0" presId="urn:microsoft.com/office/officeart/2005/8/layout/hierarchy1"/>
    <dgm:cxn modelId="{6B01249C-C208-4C95-B2E7-FE1C00117376}" type="presParOf" srcId="{3EC4AF86-682D-4034-B543-0C17A9DE98E6}" destId="{A1D57B29-F3A5-41AB-B9DE-8E167E0175C5}" srcOrd="0" destOrd="0" presId="urn:microsoft.com/office/officeart/2005/8/layout/hierarchy1"/>
    <dgm:cxn modelId="{D31C6157-EAF7-4B6D-8B31-FAF762F65370}" type="presParOf" srcId="{3EC4AF86-682D-4034-B543-0C17A9DE98E6}" destId="{57445302-4103-4E5D-A4C1-2DCE5AC9F725}" srcOrd="1" destOrd="0" presId="urn:microsoft.com/office/officeart/2005/8/layout/hierarchy1"/>
    <dgm:cxn modelId="{13C812D7-F943-44F0-92B0-CF421FAB59A4}" type="presParOf" srcId="{E3C4509D-13C4-41BD-BA2C-5924E892DFB4}" destId="{C4B985B1-D3C3-414C-A161-72352115BA63}" srcOrd="1" destOrd="0" presId="urn:microsoft.com/office/officeart/2005/8/layout/hierarchy1"/>
    <dgm:cxn modelId="{CAA059AA-72CF-4FBA-8106-94B3C76C5268}" type="presParOf" srcId="{50084065-A256-48B1-A33A-588DA09B62EF}" destId="{6B222E20-99BA-4B16-AEA5-015ACA7D5A4A}" srcOrd="1" destOrd="0" presId="urn:microsoft.com/office/officeart/2005/8/layout/hierarchy1"/>
    <dgm:cxn modelId="{1F47899F-DB5C-4BC1-899A-B7636DA595D7}" type="presParOf" srcId="{6B222E20-99BA-4B16-AEA5-015ACA7D5A4A}" destId="{EB85FFCA-3766-45FA-B1B7-62B235F70732}" srcOrd="0" destOrd="0" presId="urn:microsoft.com/office/officeart/2005/8/layout/hierarchy1"/>
    <dgm:cxn modelId="{0F872157-9424-414B-9DB2-CCD7D14FD11E}" type="presParOf" srcId="{EB85FFCA-3766-45FA-B1B7-62B235F70732}" destId="{D973B0C8-5FFB-482A-AC9E-C18F1AE11AC2}" srcOrd="0" destOrd="0" presId="urn:microsoft.com/office/officeart/2005/8/layout/hierarchy1"/>
    <dgm:cxn modelId="{773B0F5D-CC99-4ABC-9243-415854EE89EE}" type="presParOf" srcId="{EB85FFCA-3766-45FA-B1B7-62B235F70732}" destId="{1F37C16F-D34C-48E2-ADAD-C880D10A729F}" srcOrd="1" destOrd="0" presId="urn:microsoft.com/office/officeart/2005/8/layout/hierarchy1"/>
    <dgm:cxn modelId="{51BDC144-5183-4B2E-AFFE-15FEDB775AA1}" type="presParOf" srcId="{6B222E20-99BA-4B16-AEA5-015ACA7D5A4A}" destId="{6CD7E6B2-B505-4006-A6BF-8FBA0B302417}" srcOrd="1" destOrd="0" presId="urn:microsoft.com/office/officeart/2005/8/layout/hierarchy1"/>
    <dgm:cxn modelId="{3DB22920-7933-44EC-9ED2-314EEFEA0B4B}" type="presParOf" srcId="{50084065-A256-48B1-A33A-588DA09B62EF}" destId="{31620D71-F946-4233-A3EC-52D3868143C6}" srcOrd="2" destOrd="0" presId="urn:microsoft.com/office/officeart/2005/8/layout/hierarchy1"/>
    <dgm:cxn modelId="{D4CEEA0B-5488-41D4-B1B5-D21C5CB271D4}" type="presParOf" srcId="{31620D71-F946-4233-A3EC-52D3868143C6}" destId="{8C630DC8-D10E-42EC-B735-B0B96AB4C15B}" srcOrd="0" destOrd="0" presId="urn:microsoft.com/office/officeart/2005/8/layout/hierarchy1"/>
    <dgm:cxn modelId="{ACC5D365-383E-4ED7-9008-AEAA7CD8A41B}" type="presParOf" srcId="{8C630DC8-D10E-42EC-B735-B0B96AB4C15B}" destId="{5C6B251B-41FE-4D8D-9BF4-7E0914584050}" srcOrd="0" destOrd="0" presId="urn:microsoft.com/office/officeart/2005/8/layout/hierarchy1"/>
    <dgm:cxn modelId="{2824D5F4-52F2-4113-9151-AED682406AD5}" type="presParOf" srcId="{8C630DC8-D10E-42EC-B735-B0B96AB4C15B}" destId="{547EED1E-2521-43FC-BDA7-646D7FB58420}" srcOrd="1" destOrd="0" presId="urn:microsoft.com/office/officeart/2005/8/layout/hierarchy1"/>
    <dgm:cxn modelId="{709FD00C-0398-48BE-A512-59D4D5F126A2}" type="presParOf" srcId="{31620D71-F946-4233-A3EC-52D3868143C6}" destId="{6C99AC15-ECA4-4841-8A60-E436298EB9A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A68EA02-7B3B-485E-9C4F-B35C741EEA51}" type="doc">
      <dgm:prSet loTypeId="urn:microsoft.com/office/officeart/2005/8/layout/vList5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B16E92F-86DE-470A-A033-08EDB0E301AA}">
      <dgm:prSet/>
      <dgm:spPr/>
      <dgm:t>
        <a:bodyPr/>
        <a:lstStyle/>
        <a:p>
          <a:r>
            <a:rPr lang="en-US"/>
            <a:t>Consumer ~50% (dominant)</a:t>
          </a:r>
        </a:p>
      </dgm:t>
    </dgm:pt>
    <dgm:pt modelId="{90FBE777-8A62-487B-8991-FF86E8E147DE}" type="parTrans" cxnId="{B70C0859-7315-45A9-8939-0E1F1E2039BD}">
      <dgm:prSet/>
      <dgm:spPr/>
      <dgm:t>
        <a:bodyPr/>
        <a:lstStyle/>
        <a:p>
          <a:endParaRPr lang="en-US"/>
        </a:p>
      </dgm:t>
    </dgm:pt>
    <dgm:pt modelId="{21CD3C0F-C882-4E68-B51B-AFA2EEAA6384}" type="sibTrans" cxnId="{B70C0859-7315-45A9-8939-0E1F1E2039BD}">
      <dgm:prSet/>
      <dgm:spPr/>
      <dgm:t>
        <a:bodyPr/>
        <a:lstStyle/>
        <a:p>
          <a:endParaRPr lang="en-US"/>
        </a:p>
      </dgm:t>
    </dgm:pt>
    <dgm:pt modelId="{90CBB08A-BA7B-4CE0-B941-97DA0F3A02DC}">
      <dgm:prSet/>
      <dgm:spPr/>
      <dgm:t>
        <a:bodyPr/>
        <a:lstStyle/>
        <a:p>
          <a:r>
            <a:rPr lang="en-US"/>
            <a:t>Corporate ~31%</a:t>
          </a:r>
        </a:p>
      </dgm:t>
    </dgm:pt>
    <dgm:pt modelId="{3AECD7BF-3471-4B35-BF45-98210A92A404}" type="parTrans" cxnId="{33E93C1F-F0DC-4816-9B19-431A9CC72DC6}">
      <dgm:prSet/>
      <dgm:spPr/>
      <dgm:t>
        <a:bodyPr/>
        <a:lstStyle/>
        <a:p>
          <a:endParaRPr lang="en-US"/>
        </a:p>
      </dgm:t>
    </dgm:pt>
    <dgm:pt modelId="{2EA36F4E-1DE5-4C77-9546-7DA67939F426}" type="sibTrans" cxnId="{33E93C1F-F0DC-4816-9B19-431A9CC72DC6}">
      <dgm:prSet/>
      <dgm:spPr/>
      <dgm:t>
        <a:bodyPr/>
        <a:lstStyle/>
        <a:p>
          <a:endParaRPr lang="en-US"/>
        </a:p>
      </dgm:t>
    </dgm:pt>
    <dgm:pt modelId="{F539FB6A-62FD-4339-8572-2D290B162165}">
      <dgm:prSet/>
      <dgm:spPr/>
      <dgm:t>
        <a:bodyPr/>
        <a:lstStyle/>
        <a:p>
          <a:r>
            <a:rPr lang="en-US"/>
            <a:t>Home Office ~19%</a:t>
          </a:r>
        </a:p>
      </dgm:t>
    </dgm:pt>
    <dgm:pt modelId="{D24FC980-BC85-42B9-B1DC-0EA68EB15B15}" type="parTrans" cxnId="{D857D6B0-F58A-4A2D-AAF0-EE8F94926F99}">
      <dgm:prSet/>
      <dgm:spPr/>
      <dgm:t>
        <a:bodyPr/>
        <a:lstStyle/>
        <a:p>
          <a:endParaRPr lang="en-US"/>
        </a:p>
      </dgm:t>
    </dgm:pt>
    <dgm:pt modelId="{A5ABF090-D952-478B-9701-09D00270E006}" type="sibTrans" cxnId="{D857D6B0-F58A-4A2D-AAF0-EE8F94926F99}">
      <dgm:prSet/>
      <dgm:spPr/>
      <dgm:t>
        <a:bodyPr/>
        <a:lstStyle/>
        <a:p>
          <a:endParaRPr lang="en-US"/>
        </a:p>
      </dgm:t>
    </dgm:pt>
    <dgm:pt modelId="{9F8F038B-7256-416B-94E7-4A0202CD5549}">
      <dgm:prSet/>
      <dgm:spPr/>
      <dgm:t>
        <a:bodyPr/>
        <a:lstStyle/>
        <a:p>
          <a:r>
            <a:rPr lang="en-US"/>
            <a:t>Growth opportunity: Corporate</a:t>
          </a:r>
        </a:p>
      </dgm:t>
    </dgm:pt>
    <dgm:pt modelId="{45C6865A-39A9-4E22-8574-51CC1A2AAD64}" type="parTrans" cxnId="{523C82F2-3302-4CBF-862D-9919076F57DE}">
      <dgm:prSet/>
      <dgm:spPr/>
      <dgm:t>
        <a:bodyPr/>
        <a:lstStyle/>
        <a:p>
          <a:endParaRPr lang="en-US"/>
        </a:p>
      </dgm:t>
    </dgm:pt>
    <dgm:pt modelId="{16B23215-0DB6-4E83-B566-3E5EB8C4D24D}" type="sibTrans" cxnId="{523C82F2-3302-4CBF-862D-9919076F57DE}">
      <dgm:prSet/>
      <dgm:spPr/>
      <dgm:t>
        <a:bodyPr/>
        <a:lstStyle/>
        <a:p>
          <a:endParaRPr lang="en-US"/>
        </a:p>
      </dgm:t>
    </dgm:pt>
    <dgm:pt modelId="{AA100270-2B6B-4ABD-A110-A122E4AB6637}" type="pres">
      <dgm:prSet presAssocID="{FA68EA02-7B3B-485E-9C4F-B35C741EEA51}" presName="Name0" presStyleCnt="0">
        <dgm:presLayoutVars>
          <dgm:dir/>
          <dgm:animLvl val="lvl"/>
          <dgm:resizeHandles val="exact"/>
        </dgm:presLayoutVars>
      </dgm:prSet>
      <dgm:spPr/>
    </dgm:pt>
    <dgm:pt modelId="{12A8F7DC-D57A-4905-BEF1-10371F7928F7}" type="pres">
      <dgm:prSet presAssocID="{DB16E92F-86DE-470A-A033-08EDB0E301AA}" presName="linNode" presStyleCnt="0"/>
      <dgm:spPr/>
    </dgm:pt>
    <dgm:pt modelId="{7993C633-F5BA-4D68-BD5C-1470921D1356}" type="pres">
      <dgm:prSet presAssocID="{DB16E92F-86DE-470A-A033-08EDB0E301AA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4785AE8A-0B7B-4B5C-9CE1-A3AF10D7191B}" type="pres">
      <dgm:prSet presAssocID="{21CD3C0F-C882-4E68-B51B-AFA2EEAA6384}" presName="sp" presStyleCnt="0"/>
      <dgm:spPr/>
    </dgm:pt>
    <dgm:pt modelId="{EFE6788E-0CA4-434D-AEDC-2B5CEF7AEB11}" type="pres">
      <dgm:prSet presAssocID="{90CBB08A-BA7B-4CE0-B941-97DA0F3A02DC}" presName="linNode" presStyleCnt="0"/>
      <dgm:spPr/>
    </dgm:pt>
    <dgm:pt modelId="{6C58EEF4-1211-4E34-9B8F-1C4EF90EAC03}" type="pres">
      <dgm:prSet presAssocID="{90CBB08A-BA7B-4CE0-B941-97DA0F3A02DC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4EA5BC2B-7D9A-4B65-B91A-1BBC4606A08B}" type="pres">
      <dgm:prSet presAssocID="{2EA36F4E-1DE5-4C77-9546-7DA67939F426}" presName="sp" presStyleCnt="0"/>
      <dgm:spPr/>
    </dgm:pt>
    <dgm:pt modelId="{E489098D-B256-4420-9881-3BC16AAFB126}" type="pres">
      <dgm:prSet presAssocID="{F539FB6A-62FD-4339-8572-2D290B162165}" presName="linNode" presStyleCnt="0"/>
      <dgm:spPr/>
    </dgm:pt>
    <dgm:pt modelId="{2407FABA-F70E-4EF1-8A57-3E00F2DE3599}" type="pres">
      <dgm:prSet presAssocID="{F539FB6A-62FD-4339-8572-2D290B162165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35216E62-9634-4C44-9A1F-54B80BA11C95}" type="pres">
      <dgm:prSet presAssocID="{A5ABF090-D952-478B-9701-09D00270E006}" presName="sp" presStyleCnt="0"/>
      <dgm:spPr/>
    </dgm:pt>
    <dgm:pt modelId="{3EED57AF-E099-4ADD-8AF5-170B7F813CA2}" type="pres">
      <dgm:prSet presAssocID="{9F8F038B-7256-416B-94E7-4A0202CD5549}" presName="linNode" presStyleCnt="0"/>
      <dgm:spPr/>
    </dgm:pt>
    <dgm:pt modelId="{E848213D-89DE-4B36-AD5F-02210D630175}" type="pres">
      <dgm:prSet presAssocID="{9F8F038B-7256-416B-94E7-4A0202CD5549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3A9CBA01-E3AB-42BD-B9F0-4B5B5523D273}" type="presOf" srcId="{FA68EA02-7B3B-485E-9C4F-B35C741EEA51}" destId="{AA100270-2B6B-4ABD-A110-A122E4AB6637}" srcOrd="0" destOrd="0" presId="urn:microsoft.com/office/officeart/2005/8/layout/vList5"/>
    <dgm:cxn modelId="{33E93C1F-F0DC-4816-9B19-431A9CC72DC6}" srcId="{FA68EA02-7B3B-485E-9C4F-B35C741EEA51}" destId="{90CBB08A-BA7B-4CE0-B941-97DA0F3A02DC}" srcOrd="1" destOrd="0" parTransId="{3AECD7BF-3471-4B35-BF45-98210A92A404}" sibTransId="{2EA36F4E-1DE5-4C77-9546-7DA67939F426}"/>
    <dgm:cxn modelId="{2D71E821-4910-4519-99B6-2C9B6FFD2A60}" type="presOf" srcId="{F539FB6A-62FD-4339-8572-2D290B162165}" destId="{2407FABA-F70E-4EF1-8A57-3E00F2DE3599}" srcOrd="0" destOrd="0" presId="urn:microsoft.com/office/officeart/2005/8/layout/vList5"/>
    <dgm:cxn modelId="{B70C0859-7315-45A9-8939-0E1F1E2039BD}" srcId="{FA68EA02-7B3B-485E-9C4F-B35C741EEA51}" destId="{DB16E92F-86DE-470A-A033-08EDB0E301AA}" srcOrd="0" destOrd="0" parTransId="{90FBE777-8A62-487B-8991-FF86E8E147DE}" sibTransId="{21CD3C0F-C882-4E68-B51B-AFA2EEAA6384}"/>
    <dgm:cxn modelId="{D857D6B0-F58A-4A2D-AAF0-EE8F94926F99}" srcId="{FA68EA02-7B3B-485E-9C4F-B35C741EEA51}" destId="{F539FB6A-62FD-4339-8572-2D290B162165}" srcOrd="2" destOrd="0" parTransId="{D24FC980-BC85-42B9-B1DC-0EA68EB15B15}" sibTransId="{A5ABF090-D952-478B-9701-09D00270E006}"/>
    <dgm:cxn modelId="{EDD977D6-8B4F-495D-B897-3ED8FCD1E220}" type="presOf" srcId="{DB16E92F-86DE-470A-A033-08EDB0E301AA}" destId="{7993C633-F5BA-4D68-BD5C-1470921D1356}" srcOrd="0" destOrd="0" presId="urn:microsoft.com/office/officeart/2005/8/layout/vList5"/>
    <dgm:cxn modelId="{74E49EDE-E0DF-48D6-8C50-2C4D2B3EE6C5}" type="presOf" srcId="{9F8F038B-7256-416B-94E7-4A0202CD5549}" destId="{E848213D-89DE-4B36-AD5F-02210D630175}" srcOrd="0" destOrd="0" presId="urn:microsoft.com/office/officeart/2005/8/layout/vList5"/>
    <dgm:cxn modelId="{523C82F2-3302-4CBF-862D-9919076F57DE}" srcId="{FA68EA02-7B3B-485E-9C4F-B35C741EEA51}" destId="{9F8F038B-7256-416B-94E7-4A0202CD5549}" srcOrd="3" destOrd="0" parTransId="{45C6865A-39A9-4E22-8574-51CC1A2AAD64}" sibTransId="{16B23215-0DB6-4E83-B566-3E5EB8C4D24D}"/>
    <dgm:cxn modelId="{0BDEADFC-2751-4FA9-95E4-6D7634550964}" type="presOf" srcId="{90CBB08A-BA7B-4CE0-B941-97DA0F3A02DC}" destId="{6C58EEF4-1211-4E34-9B8F-1C4EF90EAC03}" srcOrd="0" destOrd="0" presId="urn:microsoft.com/office/officeart/2005/8/layout/vList5"/>
    <dgm:cxn modelId="{DB2EDEA9-1A5B-4CE3-B164-49034C0A19CB}" type="presParOf" srcId="{AA100270-2B6B-4ABD-A110-A122E4AB6637}" destId="{12A8F7DC-D57A-4905-BEF1-10371F7928F7}" srcOrd="0" destOrd="0" presId="urn:microsoft.com/office/officeart/2005/8/layout/vList5"/>
    <dgm:cxn modelId="{110B893C-42AE-4AE9-9416-8E95931B9C0E}" type="presParOf" srcId="{12A8F7DC-D57A-4905-BEF1-10371F7928F7}" destId="{7993C633-F5BA-4D68-BD5C-1470921D1356}" srcOrd="0" destOrd="0" presId="urn:microsoft.com/office/officeart/2005/8/layout/vList5"/>
    <dgm:cxn modelId="{BA8810E6-692F-4FB1-B933-8F16469B2C3B}" type="presParOf" srcId="{AA100270-2B6B-4ABD-A110-A122E4AB6637}" destId="{4785AE8A-0B7B-4B5C-9CE1-A3AF10D7191B}" srcOrd="1" destOrd="0" presId="urn:microsoft.com/office/officeart/2005/8/layout/vList5"/>
    <dgm:cxn modelId="{413695F6-0BD9-4D49-9E14-406F8D60EDF5}" type="presParOf" srcId="{AA100270-2B6B-4ABD-A110-A122E4AB6637}" destId="{EFE6788E-0CA4-434D-AEDC-2B5CEF7AEB11}" srcOrd="2" destOrd="0" presId="urn:microsoft.com/office/officeart/2005/8/layout/vList5"/>
    <dgm:cxn modelId="{3AE0D353-F8ED-4DD2-8549-4FB5BBA91CCE}" type="presParOf" srcId="{EFE6788E-0CA4-434D-AEDC-2B5CEF7AEB11}" destId="{6C58EEF4-1211-4E34-9B8F-1C4EF90EAC03}" srcOrd="0" destOrd="0" presId="urn:microsoft.com/office/officeart/2005/8/layout/vList5"/>
    <dgm:cxn modelId="{5416708F-4385-4F18-A2C0-9E85F94F5A54}" type="presParOf" srcId="{AA100270-2B6B-4ABD-A110-A122E4AB6637}" destId="{4EA5BC2B-7D9A-4B65-B91A-1BBC4606A08B}" srcOrd="3" destOrd="0" presId="urn:microsoft.com/office/officeart/2005/8/layout/vList5"/>
    <dgm:cxn modelId="{454D6657-3271-403C-99D4-D2EF07B7FE41}" type="presParOf" srcId="{AA100270-2B6B-4ABD-A110-A122E4AB6637}" destId="{E489098D-B256-4420-9881-3BC16AAFB126}" srcOrd="4" destOrd="0" presId="urn:microsoft.com/office/officeart/2005/8/layout/vList5"/>
    <dgm:cxn modelId="{ABCC77EE-587D-40E6-802B-F7A31E960149}" type="presParOf" srcId="{E489098D-B256-4420-9881-3BC16AAFB126}" destId="{2407FABA-F70E-4EF1-8A57-3E00F2DE3599}" srcOrd="0" destOrd="0" presId="urn:microsoft.com/office/officeart/2005/8/layout/vList5"/>
    <dgm:cxn modelId="{8C3F0D49-DCBF-4939-9B1C-CFB548ACE0CE}" type="presParOf" srcId="{AA100270-2B6B-4ABD-A110-A122E4AB6637}" destId="{35216E62-9634-4C44-9A1F-54B80BA11C95}" srcOrd="5" destOrd="0" presId="urn:microsoft.com/office/officeart/2005/8/layout/vList5"/>
    <dgm:cxn modelId="{33B282EF-867F-4E07-87CC-A1AFF1A42DE3}" type="presParOf" srcId="{AA100270-2B6B-4ABD-A110-A122E4AB6637}" destId="{3EED57AF-E099-4ADD-8AF5-170B7F813CA2}" srcOrd="6" destOrd="0" presId="urn:microsoft.com/office/officeart/2005/8/layout/vList5"/>
    <dgm:cxn modelId="{CE99EC20-7E11-4183-997A-610885FF55AB}" type="presParOf" srcId="{3EED57AF-E099-4ADD-8AF5-170B7F813CA2}" destId="{E848213D-89DE-4B36-AD5F-02210D630175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D317E53-747B-48B3-A682-F41B59CCC713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71D5D45-97DF-4E11-A21E-524451772ED2}">
      <dgm:prSet/>
      <dgm:spPr/>
      <dgm:t>
        <a:bodyPr/>
        <a:lstStyle/>
        <a:p>
          <a:r>
            <a:rPr lang="en-US"/>
            <a:t>West (~32%) leads</a:t>
          </a:r>
        </a:p>
      </dgm:t>
    </dgm:pt>
    <dgm:pt modelId="{FAD44D7E-861E-4242-9865-9D2CE1224C0A}" type="parTrans" cxnId="{3172F703-A84D-4C63-A327-E350027D0DE8}">
      <dgm:prSet/>
      <dgm:spPr/>
      <dgm:t>
        <a:bodyPr/>
        <a:lstStyle/>
        <a:p>
          <a:endParaRPr lang="en-US"/>
        </a:p>
      </dgm:t>
    </dgm:pt>
    <dgm:pt modelId="{2B93617D-1D9A-4A17-9C67-8836394C3816}" type="sibTrans" cxnId="{3172F703-A84D-4C63-A327-E350027D0DE8}">
      <dgm:prSet/>
      <dgm:spPr/>
      <dgm:t>
        <a:bodyPr/>
        <a:lstStyle/>
        <a:p>
          <a:endParaRPr lang="en-US"/>
        </a:p>
      </dgm:t>
    </dgm:pt>
    <dgm:pt modelId="{9502A954-A600-4528-A637-AF3F9CA396C8}">
      <dgm:prSet/>
      <dgm:spPr/>
      <dgm:t>
        <a:bodyPr/>
        <a:lstStyle/>
        <a:p>
          <a:r>
            <a:rPr lang="en-US"/>
            <a:t>East (~30%) strong</a:t>
          </a:r>
        </a:p>
      </dgm:t>
    </dgm:pt>
    <dgm:pt modelId="{603BED10-9471-408F-9DB9-B5DA9AEC9F53}" type="parTrans" cxnId="{5F0F222F-2EE4-4AAF-9E52-291A39CD0E12}">
      <dgm:prSet/>
      <dgm:spPr/>
      <dgm:t>
        <a:bodyPr/>
        <a:lstStyle/>
        <a:p>
          <a:endParaRPr lang="en-US"/>
        </a:p>
      </dgm:t>
    </dgm:pt>
    <dgm:pt modelId="{37EEA66C-CD72-452A-ADE2-C2229761E920}" type="sibTrans" cxnId="{5F0F222F-2EE4-4AAF-9E52-291A39CD0E12}">
      <dgm:prSet/>
      <dgm:spPr/>
      <dgm:t>
        <a:bodyPr/>
        <a:lstStyle/>
        <a:p>
          <a:endParaRPr lang="en-US"/>
        </a:p>
      </dgm:t>
    </dgm:pt>
    <dgm:pt modelId="{329C4904-3323-4183-83E0-B49137CAE907}">
      <dgm:prSet/>
      <dgm:spPr/>
      <dgm:t>
        <a:bodyPr/>
        <a:lstStyle/>
        <a:p>
          <a:r>
            <a:rPr lang="en-US"/>
            <a:t>Central &amp; South lag</a:t>
          </a:r>
        </a:p>
      </dgm:t>
    </dgm:pt>
    <dgm:pt modelId="{DF2C86E2-38C9-48DE-BC7B-94818052110B}" type="parTrans" cxnId="{98FFCBE5-3BB7-475C-8497-1F2F60EF7A57}">
      <dgm:prSet/>
      <dgm:spPr/>
      <dgm:t>
        <a:bodyPr/>
        <a:lstStyle/>
        <a:p>
          <a:endParaRPr lang="en-US"/>
        </a:p>
      </dgm:t>
    </dgm:pt>
    <dgm:pt modelId="{EDFA2937-BF7C-419A-8785-6C2D6118110F}" type="sibTrans" cxnId="{98FFCBE5-3BB7-475C-8497-1F2F60EF7A57}">
      <dgm:prSet/>
      <dgm:spPr/>
      <dgm:t>
        <a:bodyPr/>
        <a:lstStyle/>
        <a:p>
          <a:endParaRPr lang="en-US"/>
        </a:p>
      </dgm:t>
    </dgm:pt>
    <dgm:pt modelId="{91AE753F-DA21-46C9-9B89-616EF83E8D15}">
      <dgm:prSet/>
      <dgm:spPr/>
      <dgm:t>
        <a:bodyPr/>
        <a:lstStyle/>
        <a:p>
          <a:r>
            <a:rPr lang="en-US"/>
            <a:t>Expand in weaker regions</a:t>
          </a:r>
        </a:p>
      </dgm:t>
    </dgm:pt>
    <dgm:pt modelId="{5E11775E-1735-412B-9A8D-3FF005C7D5D1}" type="parTrans" cxnId="{7BD79049-8444-4053-9BD7-90FDF94AED34}">
      <dgm:prSet/>
      <dgm:spPr/>
      <dgm:t>
        <a:bodyPr/>
        <a:lstStyle/>
        <a:p>
          <a:endParaRPr lang="en-US"/>
        </a:p>
      </dgm:t>
    </dgm:pt>
    <dgm:pt modelId="{2F339649-1407-49D2-AAB5-E1BE72689202}" type="sibTrans" cxnId="{7BD79049-8444-4053-9BD7-90FDF94AED34}">
      <dgm:prSet/>
      <dgm:spPr/>
      <dgm:t>
        <a:bodyPr/>
        <a:lstStyle/>
        <a:p>
          <a:endParaRPr lang="en-US"/>
        </a:p>
      </dgm:t>
    </dgm:pt>
    <dgm:pt modelId="{FB3A0385-22BF-49B2-B5A7-9F22335BE4DD}" type="pres">
      <dgm:prSet presAssocID="{9D317E53-747B-48B3-A682-F41B59CCC713}" presName="diagram" presStyleCnt="0">
        <dgm:presLayoutVars>
          <dgm:dir/>
          <dgm:resizeHandles val="exact"/>
        </dgm:presLayoutVars>
      </dgm:prSet>
      <dgm:spPr/>
    </dgm:pt>
    <dgm:pt modelId="{2C0936A1-C825-42D8-A35C-45047965D5BD}" type="pres">
      <dgm:prSet presAssocID="{071D5D45-97DF-4E11-A21E-524451772ED2}" presName="node" presStyleLbl="node1" presStyleIdx="0" presStyleCnt="4">
        <dgm:presLayoutVars>
          <dgm:bulletEnabled val="1"/>
        </dgm:presLayoutVars>
      </dgm:prSet>
      <dgm:spPr/>
    </dgm:pt>
    <dgm:pt modelId="{57134932-55F8-4681-8569-F2B8E312734D}" type="pres">
      <dgm:prSet presAssocID="{2B93617D-1D9A-4A17-9C67-8836394C3816}" presName="sibTrans" presStyleCnt="0"/>
      <dgm:spPr/>
    </dgm:pt>
    <dgm:pt modelId="{802296A9-9C2E-4DE2-9B18-4914340AFFE3}" type="pres">
      <dgm:prSet presAssocID="{9502A954-A600-4528-A637-AF3F9CA396C8}" presName="node" presStyleLbl="node1" presStyleIdx="1" presStyleCnt="4">
        <dgm:presLayoutVars>
          <dgm:bulletEnabled val="1"/>
        </dgm:presLayoutVars>
      </dgm:prSet>
      <dgm:spPr/>
    </dgm:pt>
    <dgm:pt modelId="{B19ECFB0-BE02-4C9A-ABF1-8DF8C9AF25E1}" type="pres">
      <dgm:prSet presAssocID="{37EEA66C-CD72-452A-ADE2-C2229761E920}" presName="sibTrans" presStyleCnt="0"/>
      <dgm:spPr/>
    </dgm:pt>
    <dgm:pt modelId="{F884D004-6FD9-4DA6-B977-F3BB5EF7611E}" type="pres">
      <dgm:prSet presAssocID="{329C4904-3323-4183-83E0-B49137CAE907}" presName="node" presStyleLbl="node1" presStyleIdx="2" presStyleCnt="4">
        <dgm:presLayoutVars>
          <dgm:bulletEnabled val="1"/>
        </dgm:presLayoutVars>
      </dgm:prSet>
      <dgm:spPr/>
    </dgm:pt>
    <dgm:pt modelId="{80306054-95F7-4988-8764-D72891799956}" type="pres">
      <dgm:prSet presAssocID="{EDFA2937-BF7C-419A-8785-6C2D6118110F}" presName="sibTrans" presStyleCnt="0"/>
      <dgm:spPr/>
    </dgm:pt>
    <dgm:pt modelId="{EFB1E54A-A2F9-4647-B615-0D628A90A267}" type="pres">
      <dgm:prSet presAssocID="{91AE753F-DA21-46C9-9B89-616EF83E8D15}" presName="node" presStyleLbl="node1" presStyleIdx="3" presStyleCnt="4">
        <dgm:presLayoutVars>
          <dgm:bulletEnabled val="1"/>
        </dgm:presLayoutVars>
      </dgm:prSet>
      <dgm:spPr/>
    </dgm:pt>
  </dgm:ptLst>
  <dgm:cxnLst>
    <dgm:cxn modelId="{3172F703-A84D-4C63-A327-E350027D0DE8}" srcId="{9D317E53-747B-48B3-A682-F41B59CCC713}" destId="{071D5D45-97DF-4E11-A21E-524451772ED2}" srcOrd="0" destOrd="0" parTransId="{FAD44D7E-861E-4242-9865-9D2CE1224C0A}" sibTransId="{2B93617D-1D9A-4A17-9C67-8836394C3816}"/>
    <dgm:cxn modelId="{62A6D905-10E8-4594-9FC6-EEE988DA7272}" type="presOf" srcId="{91AE753F-DA21-46C9-9B89-616EF83E8D15}" destId="{EFB1E54A-A2F9-4647-B615-0D628A90A267}" srcOrd="0" destOrd="0" presId="urn:microsoft.com/office/officeart/2005/8/layout/default"/>
    <dgm:cxn modelId="{B596B42E-C80E-4A73-8065-8F1AB500B677}" type="presOf" srcId="{071D5D45-97DF-4E11-A21E-524451772ED2}" destId="{2C0936A1-C825-42D8-A35C-45047965D5BD}" srcOrd="0" destOrd="0" presId="urn:microsoft.com/office/officeart/2005/8/layout/default"/>
    <dgm:cxn modelId="{5F0F222F-2EE4-4AAF-9E52-291A39CD0E12}" srcId="{9D317E53-747B-48B3-A682-F41B59CCC713}" destId="{9502A954-A600-4528-A637-AF3F9CA396C8}" srcOrd="1" destOrd="0" parTransId="{603BED10-9471-408F-9DB9-B5DA9AEC9F53}" sibTransId="{37EEA66C-CD72-452A-ADE2-C2229761E920}"/>
    <dgm:cxn modelId="{7BD79049-8444-4053-9BD7-90FDF94AED34}" srcId="{9D317E53-747B-48B3-A682-F41B59CCC713}" destId="{91AE753F-DA21-46C9-9B89-616EF83E8D15}" srcOrd="3" destOrd="0" parTransId="{5E11775E-1735-412B-9A8D-3FF005C7D5D1}" sibTransId="{2F339649-1407-49D2-AAB5-E1BE72689202}"/>
    <dgm:cxn modelId="{C34C274D-60DB-4245-995D-F74DAF3ADE12}" type="presOf" srcId="{9502A954-A600-4528-A637-AF3F9CA396C8}" destId="{802296A9-9C2E-4DE2-9B18-4914340AFFE3}" srcOrd="0" destOrd="0" presId="urn:microsoft.com/office/officeart/2005/8/layout/default"/>
    <dgm:cxn modelId="{A2D14651-132C-46F3-A773-C35C8795C511}" type="presOf" srcId="{329C4904-3323-4183-83E0-B49137CAE907}" destId="{F884D004-6FD9-4DA6-B977-F3BB5EF7611E}" srcOrd="0" destOrd="0" presId="urn:microsoft.com/office/officeart/2005/8/layout/default"/>
    <dgm:cxn modelId="{D864CEC5-DD8A-491D-AB39-E6F72D973EF2}" type="presOf" srcId="{9D317E53-747B-48B3-A682-F41B59CCC713}" destId="{FB3A0385-22BF-49B2-B5A7-9F22335BE4DD}" srcOrd="0" destOrd="0" presId="urn:microsoft.com/office/officeart/2005/8/layout/default"/>
    <dgm:cxn modelId="{98FFCBE5-3BB7-475C-8497-1F2F60EF7A57}" srcId="{9D317E53-747B-48B3-A682-F41B59CCC713}" destId="{329C4904-3323-4183-83E0-B49137CAE907}" srcOrd="2" destOrd="0" parTransId="{DF2C86E2-38C9-48DE-BC7B-94818052110B}" sibTransId="{EDFA2937-BF7C-419A-8785-6C2D6118110F}"/>
    <dgm:cxn modelId="{32A39E43-5B71-48F1-8EAF-D0904749F493}" type="presParOf" srcId="{FB3A0385-22BF-49B2-B5A7-9F22335BE4DD}" destId="{2C0936A1-C825-42D8-A35C-45047965D5BD}" srcOrd="0" destOrd="0" presId="urn:microsoft.com/office/officeart/2005/8/layout/default"/>
    <dgm:cxn modelId="{6C1D65E4-5F26-407D-BB9D-4BB0F4606FF0}" type="presParOf" srcId="{FB3A0385-22BF-49B2-B5A7-9F22335BE4DD}" destId="{57134932-55F8-4681-8569-F2B8E312734D}" srcOrd="1" destOrd="0" presId="urn:microsoft.com/office/officeart/2005/8/layout/default"/>
    <dgm:cxn modelId="{46FE09BA-9C4D-4220-BB38-2E6634CA5E97}" type="presParOf" srcId="{FB3A0385-22BF-49B2-B5A7-9F22335BE4DD}" destId="{802296A9-9C2E-4DE2-9B18-4914340AFFE3}" srcOrd="2" destOrd="0" presId="urn:microsoft.com/office/officeart/2005/8/layout/default"/>
    <dgm:cxn modelId="{27833BE7-6B54-44A6-B977-F48583E6BA2A}" type="presParOf" srcId="{FB3A0385-22BF-49B2-B5A7-9F22335BE4DD}" destId="{B19ECFB0-BE02-4C9A-ABF1-8DF8C9AF25E1}" srcOrd="3" destOrd="0" presId="urn:microsoft.com/office/officeart/2005/8/layout/default"/>
    <dgm:cxn modelId="{8CD4954D-E154-4B44-A098-3DFB0980464F}" type="presParOf" srcId="{FB3A0385-22BF-49B2-B5A7-9F22335BE4DD}" destId="{F884D004-6FD9-4DA6-B977-F3BB5EF7611E}" srcOrd="4" destOrd="0" presId="urn:microsoft.com/office/officeart/2005/8/layout/default"/>
    <dgm:cxn modelId="{B1256781-E525-4EB0-9549-0B38ED5DE2CC}" type="presParOf" srcId="{FB3A0385-22BF-49B2-B5A7-9F22335BE4DD}" destId="{80306054-95F7-4988-8764-D72891799956}" srcOrd="5" destOrd="0" presId="urn:microsoft.com/office/officeart/2005/8/layout/default"/>
    <dgm:cxn modelId="{06507510-07A5-47FE-9046-AAD3DCE010C5}" type="presParOf" srcId="{FB3A0385-22BF-49B2-B5A7-9F22335BE4DD}" destId="{EFB1E54A-A2F9-4647-B615-0D628A90A267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16ECBB4-19F5-4695-A001-5541A59136B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9A1ECD0F-F1D2-420E-818E-C1EBCB2D7933}">
      <dgm:prSet/>
      <dgm:spPr/>
      <dgm:t>
        <a:bodyPr/>
        <a:lstStyle/>
        <a:p>
          <a:r>
            <a:rPr lang="en-US"/>
            <a:t>Seasonal spikes observed</a:t>
          </a:r>
        </a:p>
      </dgm:t>
    </dgm:pt>
    <dgm:pt modelId="{436C8929-C508-4D76-A7F8-D45523E7348D}" type="parTrans" cxnId="{D72C76F6-1368-49C4-BED4-4A88C53D8FAC}">
      <dgm:prSet/>
      <dgm:spPr/>
      <dgm:t>
        <a:bodyPr/>
        <a:lstStyle/>
        <a:p>
          <a:endParaRPr lang="en-US"/>
        </a:p>
      </dgm:t>
    </dgm:pt>
    <dgm:pt modelId="{C4EB9359-5568-41FB-B22A-AB012058AF58}" type="sibTrans" cxnId="{D72C76F6-1368-49C4-BED4-4A88C53D8FAC}">
      <dgm:prSet/>
      <dgm:spPr/>
      <dgm:t>
        <a:bodyPr/>
        <a:lstStyle/>
        <a:p>
          <a:endParaRPr lang="en-US"/>
        </a:p>
      </dgm:t>
    </dgm:pt>
    <dgm:pt modelId="{FA16460B-803F-40FA-AD7F-5AC4B9790FDF}">
      <dgm:prSet/>
      <dgm:spPr/>
      <dgm:t>
        <a:bodyPr/>
        <a:lstStyle/>
        <a:p>
          <a:r>
            <a:rPr lang="en-US"/>
            <a:t>Peaks during promotions</a:t>
          </a:r>
        </a:p>
      </dgm:t>
    </dgm:pt>
    <dgm:pt modelId="{52423A7D-72C2-49C9-B186-176331B13AF4}" type="parTrans" cxnId="{3F91798A-19FD-4A86-A2BE-13705CCF649A}">
      <dgm:prSet/>
      <dgm:spPr/>
      <dgm:t>
        <a:bodyPr/>
        <a:lstStyle/>
        <a:p>
          <a:endParaRPr lang="en-US"/>
        </a:p>
      </dgm:t>
    </dgm:pt>
    <dgm:pt modelId="{23EC9158-9E3C-433F-8736-63E2FCDEBF1F}" type="sibTrans" cxnId="{3F91798A-19FD-4A86-A2BE-13705CCF649A}">
      <dgm:prSet/>
      <dgm:spPr/>
      <dgm:t>
        <a:bodyPr/>
        <a:lstStyle/>
        <a:p>
          <a:endParaRPr lang="en-US"/>
        </a:p>
      </dgm:t>
    </dgm:pt>
    <dgm:pt modelId="{929FB2A1-C612-4EE6-A360-CA0E843EE4B8}">
      <dgm:prSet/>
      <dgm:spPr/>
      <dgm:t>
        <a:bodyPr/>
        <a:lstStyle/>
        <a:p>
          <a:r>
            <a:rPr lang="en-US"/>
            <a:t>Growth toward 2021</a:t>
          </a:r>
        </a:p>
      </dgm:t>
    </dgm:pt>
    <dgm:pt modelId="{086A35C7-CE5C-4D2C-8142-94702623C8C8}" type="parTrans" cxnId="{9C3E257D-1E4C-4F12-9ECE-3FEF15EC9FC7}">
      <dgm:prSet/>
      <dgm:spPr/>
      <dgm:t>
        <a:bodyPr/>
        <a:lstStyle/>
        <a:p>
          <a:endParaRPr lang="en-US"/>
        </a:p>
      </dgm:t>
    </dgm:pt>
    <dgm:pt modelId="{19FECA58-A023-45CA-8B36-759193970D87}" type="sibTrans" cxnId="{9C3E257D-1E4C-4F12-9ECE-3FEF15EC9FC7}">
      <dgm:prSet/>
      <dgm:spPr/>
      <dgm:t>
        <a:bodyPr/>
        <a:lstStyle/>
        <a:p>
          <a:endParaRPr lang="en-US"/>
        </a:p>
      </dgm:t>
    </dgm:pt>
    <dgm:pt modelId="{AC3292B8-1D3A-4ADE-8146-D59C22D3E5B8}" type="pres">
      <dgm:prSet presAssocID="{B16ECBB4-19F5-4695-A001-5541A59136B6}" presName="root" presStyleCnt="0">
        <dgm:presLayoutVars>
          <dgm:dir/>
          <dgm:resizeHandles val="exact"/>
        </dgm:presLayoutVars>
      </dgm:prSet>
      <dgm:spPr/>
    </dgm:pt>
    <dgm:pt modelId="{2475DB07-BB1F-4D56-89D1-C217FF39FD21}" type="pres">
      <dgm:prSet presAssocID="{9A1ECD0F-F1D2-420E-818E-C1EBCB2D7933}" presName="compNode" presStyleCnt="0"/>
      <dgm:spPr/>
    </dgm:pt>
    <dgm:pt modelId="{2DFB3EFE-7E1D-4966-8BB0-8366D005B581}" type="pres">
      <dgm:prSet presAssocID="{9A1ECD0F-F1D2-420E-818E-C1EBCB2D793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19600C12-14BE-4321-AC0A-175997678FD6}" type="pres">
      <dgm:prSet presAssocID="{9A1ECD0F-F1D2-420E-818E-C1EBCB2D7933}" presName="spaceRect" presStyleCnt="0"/>
      <dgm:spPr/>
    </dgm:pt>
    <dgm:pt modelId="{5A6EE96C-47AA-45D1-A83A-24EAF89331F0}" type="pres">
      <dgm:prSet presAssocID="{9A1ECD0F-F1D2-420E-818E-C1EBCB2D7933}" presName="textRect" presStyleLbl="revTx" presStyleIdx="0" presStyleCnt="3">
        <dgm:presLayoutVars>
          <dgm:chMax val="1"/>
          <dgm:chPref val="1"/>
        </dgm:presLayoutVars>
      </dgm:prSet>
      <dgm:spPr/>
    </dgm:pt>
    <dgm:pt modelId="{C1CB3FF8-7D52-4876-AA81-3B87D98F9ED9}" type="pres">
      <dgm:prSet presAssocID="{C4EB9359-5568-41FB-B22A-AB012058AF58}" presName="sibTrans" presStyleCnt="0"/>
      <dgm:spPr/>
    </dgm:pt>
    <dgm:pt modelId="{2B4CED97-64BE-41FA-A971-E26FBF470FA4}" type="pres">
      <dgm:prSet presAssocID="{FA16460B-803F-40FA-AD7F-5AC4B9790FDF}" presName="compNode" presStyleCnt="0"/>
      <dgm:spPr/>
    </dgm:pt>
    <dgm:pt modelId="{6810B321-FD65-440C-876E-157AAED70FCC}" type="pres">
      <dgm:prSet presAssocID="{FA16460B-803F-40FA-AD7F-5AC4B9790FD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0F53F40D-B7B9-4A5E-A175-8CAD754986F8}" type="pres">
      <dgm:prSet presAssocID="{FA16460B-803F-40FA-AD7F-5AC4B9790FDF}" presName="spaceRect" presStyleCnt="0"/>
      <dgm:spPr/>
    </dgm:pt>
    <dgm:pt modelId="{EAA68CCC-97EC-43A4-AC11-904111140AC4}" type="pres">
      <dgm:prSet presAssocID="{FA16460B-803F-40FA-AD7F-5AC4B9790FDF}" presName="textRect" presStyleLbl="revTx" presStyleIdx="1" presStyleCnt="3">
        <dgm:presLayoutVars>
          <dgm:chMax val="1"/>
          <dgm:chPref val="1"/>
        </dgm:presLayoutVars>
      </dgm:prSet>
      <dgm:spPr/>
    </dgm:pt>
    <dgm:pt modelId="{258FBA1D-EFBB-4D2D-9A01-ADC9262A955A}" type="pres">
      <dgm:prSet presAssocID="{23EC9158-9E3C-433F-8736-63E2FCDEBF1F}" presName="sibTrans" presStyleCnt="0"/>
      <dgm:spPr/>
    </dgm:pt>
    <dgm:pt modelId="{AEBBAC89-88B7-4E73-938E-DCFC8C01F776}" type="pres">
      <dgm:prSet presAssocID="{929FB2A1-C612-4EE6-A360-CA0E843EE4B8}" presName="compNode" presStyleCnt="0"/>
      <dgm:spPr/>
    </dgm:pt>
    <dgm:pt modelId="{6CC4EAA2-C19C-4E40-BF26-91C09C00A1E4}" type="pres">
      <dgm:prSet presAssocID="{929FB2A1-C612-4EE6-A360-CA0E843EE4B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413A10B2-B03F-49F6-B5B6-012EA8E0D4F1}" type="pres">
      <dgm:prSet presAssocID="{929FB2A1-C612-4EE6-A360-CA0E843EE4B8}" presName="spaceRect" presStyleCnt="0"/>
      <dgm:spPr/>
    </dgm:pt>
    <dgm:pt modelId="{DE3534A9-99AC-4BA8-85DF-5CC76210AC93}" type="pres">
      <dgm:prSet presAssocID="{929FB2A1-C612-4EE6-A360-CA0E843EE4B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2245201-C1A7-46AC-893C-7DC0899CF891}" type="presOf" srcId="{929FB2A1-C612-4EE6-A360-CA0E843EE4B8}" destId="{DE3534A9-99AC-4BA8-85DF-5CC76210AC93}" srcOrd="0" destOrd="0" presId="urn:microsoft.com/office/officeart/2018/2/layout/IconLabelList"/>
    <dgm:cxn modelId="{ECB60219-5C7E-45FE-9B52-9D0B8B14D1BD}" type="presOf" srcId="{9A1ECD0F-F1D2-420E-818E-C1EBCB2D7933}" destId="{5A6EE96C-47AA-45D1-A83A-24EAF89331F0}" srcOrd="0" destOrd="0" presId="urn:microsoft.com/office/officeart/2018/2/layout/IconLabelList"/>
    <dgm:cxn modelId="{3F6CF765-7511-4871-A560-FEBE5DC4A660}" type="presOf" srcId="{FA16460B-803F-40FA-AD7F-5AC4B9790FDF}" destId="{EAA68CCC-97EC-43A4-AC11-904111140AC4}" srcOrd="0" destOrd="0" presId="urn:microsoft.com/office/officeart/2018/2/layout/IconLabelList"/>
    <dgm:cxn modelId="{17860050-B677-4FB0-A4B1-53315962EF57}" type="presOf" srcId="{B16ECBB4-19F5-4695-A001-5541A59136B6}" destId="{AC3292B8-1D3A-4ADE-8146-D59C22D3E5B8}" srcOrd="0" destOrd="0" presId="urn:microsoft.com/office/officeart/2018/2/layout/IconLabelList"/>
    <dgm:cxn modelId="{9C3E257D-1E4C-4F12-9ECE-3FEF15EC9FC7}" srcId="{B16ECBB4-19F5-4695-A001-5541A59136B6}" destId="{929FB2A1-C612-4EE6-A360-CA0E843EE4B8}" srcOrd="2" destOrd="0" parTransId="{086A35C7-CE5C-4D2C-8142-94702623C8C8}" sibTransId="{19FECA58-A023-45CA-8B36-759193970D87}"/>
    <dgm:cxn modelId="{3F91798A-19FD-4A86-A2BE-13705CCF649A}" srcId="{B16ECBB4-19F5-4695-A001-5541A59136B6}" destId="{FA16460B-803F-40FA-AD7F-5AC4B9790FDF}" srcOrd="1" destOrd="0" parTransId="{52423A7D-72C2-49C9-B186-176331B13AF4}" sibTransId="{23EC9158-9E3C-433F-8736-63E2FCDEBF1F}"/>
    <dgm:cxn modelId="{D72C76F6-1368-49C4-BED4-4A88C53D8FAC}" srcId="{B16ECBB4-19F5-4695-A001-5541A59136B6}" destId="{9A1ECD0F-F1D2-420E-818E-C1EBCB2D7933}" srcOrd="0" destOrd="0" parTransId="{436C8929-C508-4D76-A7F8-D45523E7348D}" sibTransId="{C4EB9359-5568-41FB-B22A-AB012058AF58}"/>
    <dgm:cxn modelId="{82220642-FA65-4672-B7FD-221B051B594C}" type="presParOf" srcId="{AC3292B8-1D3A-4ADE-8146-D59C22D3E5B8}" destId="{2475DB07-BB1F-4D56-89D1-C217FF39FD21}" srcOrd="0" destOrd="0" presId="urn:microsoft.com/office/officeart/2018/2/layout/IconLabelList"/>
    <dgm:cxn modelId="{050F9DBF-C050-46F0-9BAF-9C71E7C79BD7}" type="presParOf" srcId="{2475DB07-BB1F-4D56-89D1-C217FF39FD21}" destId="{2DFB3EFE-7E1D-4966-8BB0-8366D005B581}" srcOrd="0" destOrd="0" presId="urn:microsoft.com/office/officeart/2018/2/layout/IconLabelList"/>
    <dgm:cxn modelId="{8653F788-823D-4294-A62B-566961C00D76}" type="presParOf" srcId="{2475DB07-BB1F-4D56-89D1-C217FF39FD21}" destId="{19600C12-14BE-4321-AC0A-175997678FD6}" srcOrd="1" destOrd="0" presId="urn:microsoft.com/office/officeart/2018/2/layout/IconLabelList"/>
    <dgm:cxn modelId="{2A6A20F0-AC87-47B4-8367-336F1CEBFFBF}" type="presParOf" srcId="{2475DB07-BB1F-4D56-89D1-C217FF39FD21}" destId="{5A6EE96C-47AA-45D1-A83A-24EAF89331F0}" srcOrd="2" destOrd="0" presId="urn:microsoft.com/office/officeart/2018/2/layout/IconLabelList"/>
    <dgm:cxn modelId="{695FBF7D-426C-4372-ABDE-7E995BC23123}" type="presParOf" srcId="{AC3292B8-1D3A-4ADE-8146-D59C22D3E5B8}" destId="{C1CB3FF8-7D52-4876-AA81-3B87D98F9ED9}" srcOrd="1" destOrd="0" presId="urn:microsoft.com/office/officeart/2018/2/layout/IconLabelList"/>
    <dgm:cxn modelId="{96A491EA-7EC3-405A-9941-4FAC84B2E31D}" type="presParOf" srcId="{AC3292B8-1D3A-4ADE-8146-D59C22D3E5B8}" destId="{2B4CED97-64BE-41FA-A971-E26FBF470FA4}" srcOrd="2" destOrd="0" presId="urn:microsoft.com/office/officeart/2018/2/layout/IconLabelList"/>
    <dgm:cxn modelId="{E9DF73ED-ABA4-4960-9058-0A2A652FB796}" type="presParOf" srcId="{2B4CED97-64BE-41FA-A971-E26FBF470FA4}" destId="{6810B321-FD65-440C-876E-157AAED70FCC}" srcOrd="0" destOrd="0" presId="urn:microsoft.com/office/officeart/2018/2/layout/IconLabelList"/>
    <dgm:cxn modelId="{1B9C1233-AF0B-49DA-8F83-25D00721E1C6}" type="presParOf" srcId="{2B4CED97-64BE-41FA-A971-E26FBF470FA4}" destId="{0F53F40D-B7B9-4A5E-A175-8CAD754986F8}" srcOrd="1" destOrd="0" presId="urn:microsoft.com/office/officeart/2018/2/layout/IconLabelList"/>
    <dgm:cxn modelId="{08075456-CBDA-4CBF-8CE5-C17F2E425FE6}" type="presParOf" srcId="{2B4CED97-64BE-41FA-A971-E26FBF470FA4}" destId="{EAA68CCC-97EC-43A4-AC11-904111140AC4}" srcOrd="2" destOrd="0" presId="urn:microsoft.com/office/officeart/2018/2/layout/IconLabelList"/>
    <dgm:cxn modelId="{4907712A-2162-4E5E-9A40-26B7040EA705}" type="presParOf" srcId="{AC3292B8-1D3A-4ADE-8146-D59C22D3E5B8}" destId="{258FBA1D-EFBB-4D2D-9A01-ADC9262A955A}" srcOrd="3" destOrd="0" presId="urn:microsoft.com/office/officeart/2018/2/layout/IconLabelList"/>
    <dgm:cxn modelId="{E596B641-7D3C-47F6-9927-6E059BC09473}" type="presParOf" srcId="{AC3292B8-1D3A-4ADE-8146-D59C22D3E5B8}" destId="{AEBBAC89-88B7-4E73-938E-DCFC8C01F776}" srcOrd="4" destOrd="0" presId="urn:microsoft.com/office/officeart/2018/2/layout/IconLabelList"/>
    <dgm:cxn modelId="{74C62793-ABA4-4BBD-B206-FBF7C68819BC}" type="presParOf" srcId="{AEBBAC89-88B7-4E73-938E-DCFC8C01F776}" destId="{6CC4EAA2-C19C-4E40-BF26-91C09C00A1E4}" srcOrd="0" destOrd="0" presId="urn:microsoft.com/office/officeart/2018/2/layout/IconLabelList"/>
    <dgm:cxn modelId="{6A74B130-0BAE-4F18-8DC1-006BF42CD69C}" type="presParOf" srcId="{AEBBAC89-88B7-4E73-938E-DCFC8C01F776}" destId="{413A10B2-B03F-49F6-B5B6-012EA8E0D4F1}" srcOrd="1" destOrd="0" presId="urn:microsoft.com/office/officeart/2018/2/layout/IconLabelList"/>
    <dgm:cxn modelId="{5F540EE8-E3A7-432B-84D1-E730D77B9E03}" type="presParOf" srcId="{AEBBAC89-88B7-4E73-938E-DCFC8C01F776}" destId="{DE3534A9-99AC-4BA8-85DF-5CC76210AC9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7EB3F1D-ACAB-4B10-9A28-DE26EA8DBF4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CE79ACC-FF63-46C4-AB5E-41B31C24BB46}">
      <dgm:prSet/>
      <dgm:spPr/>
      <dgm:t>
        <a:bodyPr/>
        <a:lstStyle/>
        <a:p>
          <a:pPr>
            <a:defRPr cap="all"/>
          </a:pPr>
          <a:r>
            <a:rPr lang="en-US"/>
            <a:t>Phones, Chairs, Storage lead</a:t>
          </a:r>
        </a:p>
      </dgm:t>
    </dgm:pt>
    <dgm:pt modelId="{7CB88E34-C62B-4F20-8BD9-61B1E20B2996}" type="parTrans" cxnId="{14E0D431-E88B-417D-B26D-6DCAD77984EE}">
      <dgm:prSet/>
      <dgm:spPr/>
      <dgm:t>
        <a:bodyPr/>
        <a:lstStyle/>
        <a:p>
          <a:endParaRPr lang="en-US"/>
        </a:p>
      </dgm:t>
    </dgm:pt>
    <dgm:pt modelId="{5763047D-0FE5-4E7E-8279-ABA9C336E754}" type="sibTrans" cxnId="{14E0D431-E88B-417D-B26D-6DCAD77984EE}">
      <dgm:prSet/>
      <dgm:spPr/>
      <dgm:t>
        <a:bodyPr/>
        <a:lstStyle/>
        <a:p>
          <a:endParaRPr lang="en-US"/>
        </a:p>
      </dgm:t>
    </dgm:pt>
    <dgm:pt modelId="{9B4070DC-5D8B-42E3-A0B4-F1660259D8F9}">
      <dgm:prSet/>
      <dgm:spPr/>
      <dgm:t>
        <a:bodyPr/>
        <a:lstStyle/>
        <a:p>
          <a:pPr>
            <a:defRPr cap="all"/>
          </a:pPr>
          <a:r>
            <a:rPr lang="en-US"/>
            <a:t>Tech &amp; Furniture strong</a:t>
          </a:r>
        </a:p>
      </dgm:t>
    </dgm:pt>
    <dgm:pt modelId="{25C6E50E-543B-4D33-BF53-E76BF16A86C6}" type="parTrans" cxnId="{7158D629-76FC-460F-816F-191B63BDB6C2}">
      <dgm:prSet/>
      <dgm:spPr/>
      <dgm:t>
        <a:bodyPr/>
        <a:lstStyle/>
        <a:p>
          <a:endParaRPr lang="en-US"/>
        </a:p>
      </dgm:t>
    </dgm:pt>
    <dgm:pt modelId="{AB42E119-34BF-443D-BF5B-81DE49DDB886}" type="sibTrans" cxnId="{7158D629-76FC-460F-816F-191B63BDB6C2}">
      <dgm:prSet/>
      <dgm:spPr/>
      <dgm:t>
        <a:bodyPr/>
        <a:lstStyle/>
        <a:p>
          <a:endParaRPr lang="en-US"/>
        </a:p>
      </dgm:t>
    </dgm:pt>
    <dgm:pt modelId="{FE8A5CE3-E94D-4032-B523-F8415E1BF86C}">
      <dgm:prSet/>
      <dgm:spPr/>
      <dgm:t>
        <a:bodyPr/>
        <a:lstStyle/>
        <a:p>
          <a:pPr>
            <a:defRPr cap="all"/>
          </a:pPr>
          <a:r>
            <a:rPr lang="en-US"/>
            <a:t>Focus on best-sellers</a:t>
          </a:r>
        </a:p>
      </dgm:t>
    </dgm:pt>
    <dgm:pt modelId="{7692292B-4065-49A3-8B9B-389366534A3C}" type="parTrans" cxnId="{39C0EC7F-F7CC-40F6-96FC-E7F770A4E810}">
      <dgm:prSet/>
      <dgm:spPr/>
      <dgm:t>
        <a:bodyPr/>
        <a:lstStyle/>
        <a:p>
          <a:endParaRPr lang="en-US"/>
        </a:p>
      </dgm:t>
    </dgm:pt>
    <dgm:pt modelId="{166E867C-FB18-4C84-AAB7-A25E78659ADA}" type="sibTrans" cxnId="{39C0EC7F-F7CC-40F6-96FC-E7F770A4E810}">
      <dgm:prSet/>
      <dgm:spPr/>
      <dgm:t>
        <a:bodyPr/>
        <a:lstStyle/>
        <a:p>
          <a:endParaRPr lang="en-US"/>
        </a:p>
      </dgm:t>
    </dgm:pt>
    <dgm:pt modelId="{6F3A6C79-3772-4672-8830-D8DC775CE353}" type="pres">
      <dgm:prSet presAssocID="{C7EB3F1D-ACAB-4B10-9A28-DE26EA8DBF46}" presName="root" presStyleCnt="0">
        <dgm:presLayoutVars>
          <dgm:dir/>
          <dgm:resizeHandles val="exact"/>
        </dgm:presLayoutVars>
      </dgm:prSet>
      <dgm:spPr/>
    </dgm:pt>
    <dgm:pt modelId="{832AE828-9851-4394-8B34-AE8A06239DF8}" type="pres">
      <dgm:prSet presAssocID="{3CE79ACC-FF63-46C4-AB5E-41B31C24BB46}" presName="compNode" presStyleCnt="0"/>
      <dgm:spPr/>
    </dgm:pt>
    <dgm:pt modelId="{B1FFD2FF-6936-434B-A750-4F55053D6807}" type="pres">
      <dgm:prSet presAssocID="{3CE79ACC-FF63-46C4-AB5E-41B31C24BB46}" presName="iconBgRect" presStyleLbl="bgShp" presStyleIdx="0" presStyleCnt="3"/>
      <dgm:spPr/>
    </dgm:pt>
    <dgm:pt modelId="{D8F5F5E8-1124-446B-A0FF-F781422E2A69}" type="pres">
      <dgm:prSet presAssocID="{3CE79ACC-FF63-46C4-AB5E-41B31C24BB4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C7FE90FF-6940-4E14-84FC-1074E9057B8D}" type="pres">
      <dgm:prSet presAssocID="{3CE79ACC-FF63-46C4-AB5E-41B31C24BB46}" presName="spaceRect" presStyleCnt="0"/>
      <dgm:spPr/>
    </dgm:pt>
    <dgm:pt modelId="{0C02EC3E-6509-4F8E-8496-5CDD1295BC5A}" type="pres">
      <dgm:prSet presAssocID="{3CE79ACC-FF63-46C4-AB5E-41B31C24BB46}" presName="textRect" presStyleLbl="revTx" presStyleIdx="0" presStyleCnt="3">
        <dgm:presLayoutVars>
          <dgm:chMax val="1"/>
          <dgm:chPref val="1"/>
        </dgm:presLayoutVars>
      </dgm:prSet>
      <dgm:spPr/>
    </dgm:pt>
    <dgm:pt modelId="{CCD28ED9-3F70-42D1-B4AF-4006DA3CCB5C}" type="pres">
      <dgm:prSet presAssocID="{5763047D-0FE5-4E7E-8279-ABA9C336E754}" presName="sibTrans" presStyleCnt="0"/>
      <dgm:spPr/>
    </dgm:pt>
    <dgm:pt modelId="{363597DA-7739-4518-83D6-1633A0A0765B}" type="pres">
      <dgm:prSet presAssocID="{9B4070DC-5D8B-42E3-A0B4-F1660259D8F9}" presName="compNode" presStyleCnt="0"/>
      <dgm:spPr/>
    </dgm:pt>
    <dgm:pt modelId="{246C923A-6397-401C-A7F0-852392523213}" type="pres">
      <dgm:prSet presAssocID="{9B4070DC-5D8B-42E3-A0B4-F1660259D8F9}" presName="iconBgRect" presStyleLbl="bgShp" presStyleIdx="1" presStyleCnt="3"/>
      <dgm:spPr/>
    </dgm:pt>
    <dgm:pt modelId="{ABE40C90-E0E1-4E51-BBA8-B1C226790D6E}" type="pres">
      <dgm:prSet presAssocID="{9B4070DC-5D8B-42E3-A0B4-F1660259D8F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uch"/>
        </a:ext>
      </dgm:extLst>
    </dgm:pt>
    <dgm:pt modelId="{9E31FA7B-DF42-4717-8C2F-8A38C79A4426}" type="pres">
      <dgm:prSet presAssocID="{9B4070DC-5D8B-42E3-A0B4-F1660259D8F9}" presName="spaceRect" presStyleCnt="0"/>
      <dgm:spPr/>
    </dgm:pt>
    <dgm:pt modelId="{A763B3D4-2B8A-4B4B-972F-EA45821DEA21}" type="pres">
      <dgm:prSet presAssocID="{9B4070DC-5D8B-42E3-A0B4-F1660259D8F9}" presName="textRect" presStyleLbl="revTx" presStyleIdx="1" presStyleCnt="3">
        <dgm:presLayoutVars>
          <dgm:chMax val="1"/>
          <dgm:chPref val="1"/>
        </dgm:presLayoutVars>
      </dgm:prSet>
      <dgm:spPr/>
    </dgm:pt>
    <dgm:pt modelId="{D202768E-716F-498F-A54D-810B228615C1}" type="pres">
      <dgm:prSet presAssocID="{AB42E119-34BF-443D-BF5B-81DE49DDB886}" presName="sibTrans" presStyleCnt="0"/>
      <dgm:spPr/>
    </dgm:pt>
    <dgm:pt modelId="{025B06DC-BB68-4EE1-A4D1-57B3AE1673E1}" type="pres">
      <dgm:prSet presAssocID="{FE8A5CE3-E94D-4032-B523-F8415E1BF86C}" presName="compNode" presStyleCnt="0"/>
      <dgm:spPr/>
    </dgm:pt>
    <dgm:pt modelId="{AF77A75A-83F6-47EF-A931-32E7BECB0ED7}" type="pres">
      <dgm:prSet presAssocID="{FE8A5CE3-E94D-4032-B523-F8415E1BF86C}" presName="iconBgRect" presStyleLbl="bgShp" presStyleIdx="2" presStyleCnt="3"/>
      <dgm:spPr/>
    </dgm:pt>
    <dgm:pt modelId="{0721669A-E978-4233-9F84-DCAB26855542}" type="pres">
      <dgm:prSet presAssocID="{FE8A5CE3-E94D-4032-B523-F8415E1BF86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8AA6C5FB-213B-4C27-AD4A-B0B7EFC375E5}" type="pres">
      <dgm:prSet presAssocID="{FE8A5CE3-E94D-4032-B523-F8415E1BF86C}" presName="spaceRect" presStyleCnt="0"/>
      <dgm:spPr/>
    </dgm:pt>
    <dgm:pt modelId="{CB6C75EE-4C39-410B-BCFB-988EAB58521D}" type="pres">
      <dgm:prSet presAssocID="{FE8A5CE3-E94D-4032-B523-F8415E1BF86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8EACD24-FE6B-456C-9126-7D1DB856A8F9}" type="presOf" srcId="{FE8A5CE3-E94D-4032-B523-F8415E1BF86C}" destId="{CB6C75EE-4C39-410B-BCFB-988EAB58521D}" srcOrd="0" destOrd="0" presId="urn:microsoft.com/office/officeart/2018/5/layout/IconCircleLabelList"/>
    <dgm:cxn modelId="{7158D629-76FC-460F-816F-191B63BDB6C2}" srcId="{C7EB3F1D-ACAB-4B10-9A28-DE26EA8DBF46}" destId="{9B4070DC-5D8B-42E3-A0B4-F1660259D8F9}" srcOrd="1" destOrd="0" parTransId="{25C6E50E-543B-4D33-BF53-E76BF16A86C6}" sibTransId="{AB42E119-34BF-443D-BF5B-81DE49DDB886}"/>
    <dgm:cxn modelId="{EEDB222F-773E-4158-84AE-55F5B97BEEA4}" type="presOf" srcId="{3CE79ACC-FF63-46C4-AB5E-41B31C24BB46}" destId="{0C02EC3E-6509-4F8E-8496-5CDD1295BC5A}" srcOrd="0" destOrd="0" presId="urn:microsoft.com/office/officeart/2018/5/layout/IconCircleLabelList"/>
    <dgm:cxn modelId="{14E0D431-E88B-417D-B26D-6DCAD77984EE}" srcId="{C7EB3F1D-ACAB-4B10-9A28-DE26EA8DBF46}" destId="{3CE79ACC-FF63-46C4-AB5E-41B31C24BB46}" srcOrd="0" destOrd="0" parTransId="{7CB88E34-C62B-4F20-8BD9-61B1E20B2996}" sibTransId="{5763047D-0FE5-4E7E-8279-ABA9C336E754}"/>
    <dgm:cxn modelId="{AFD38155-4C99-42F2-82AD-4459BE49B4D6}" type="presOf" srcId="{C7EB3F1D-ACAB-4B10-9A28-DE26EA8DBF46}" destId="{6F3A6C79-3772-4672-8830-D8DC775CE353}" srcOrd="0" destOrd="0" presId="urn:microsoft.com/office/officeart/2018/5/layout/IconCircleLabelList"/>
    <dgm:cxn modelId="{39C0EC7F-F7CC-40F6-96FC-E7F770A4E810}" srcId="{C7EB3F1D-ACAB-4B10-9A28-DE26EA8DBF46}" destId="{FE8A5CE3-E94D-4032-B523-F8415E1BF86C}" srcOrd="2" destOrd="0" parTransId="{7692292B-4065-49A3-8B9B-389366534A3C}" sibTransId="{166E867C-FB18-4C84-AAB7-A25E78659ADA}"/>
    <dgm:cxn modelId="{70EE0EA2-817E-4E75-BA4D-5276B20DBEB4}" type="presOf" srcId="{9B4070DC-5D8B-42E3-A0B4-F1660259D8F9}" destId="{A763B3D4-2B8A-4B4B-972F-EA45821DEA21}" srcOrd="0" destOrd="0" presId="urn:microsoft.com/office/officeart/2018/5/layout/IconCircleLabelList"/>
    <dgm:cxn modelId="{0BCACD31-0F89-437F-B1A7-27B8FB8BA1B1}" type="presParOf" srcId="{6F3A6C79-3772-4672-8830-D8DC775CE353}" destId="{832AE828-9851-4394-8B34-AE8A06239DF8}" srcOrd="0" destOrd="0" presId="urn:microsoft.com/office/officeart/2018/5/layout/IconCircleLabelList"/>
    <dgm:cxn modelId="{6C4DC8B1-83D0-42C9-B1AD-6F045C855E03}" type="presParOf" srcId="{832AE828-9851-4394-8B34-AE8A06239DF8}" destId="{B1FFD2FF-6936-434B-A750-4F55053D6807}" srcOrd="0" destOrd="0" presId="urn:microsoft.com/office/officeart/2018/5/layout/IconCircleLabelList"/>
    <dgm:cxn modelId="{5E148BE0-1D6E-419C-B591-E939884059E9}" type="presParOf" srcId="{832AE828-9851-4394-8B34-AE8A06239DF8}" destId="{D8F5F5E8-1124-446B-A0FF-F781422E2A69}" srcOrd="1" destOrd="0" presId="urn:microsoft.com/office/officeart/2018/5/layout/IconCircleLabelList"/>
    <dgm:cxn modelId="{52AE2679-3B65-44E3-9080-97D5A4AB0F3E}" type="presParOf" srcId="{832AE828-9851-4394-8B34-AE8A06239DF8}" destId="{C7FE90FF-6940-4E14-84FC-1074E9057B8D}" srcOrd="2" destOrd="0" presId="urn:microsoft.com/office/officeart/2018/5/layout/IconCircleLabelList"/>
    <dgm:cxn modelId="{20E4E7B2-CAF4-4747-8C91-396BA1543B6B}" type="presParOf" srcId="{832AE828-9851-4394-8B34-AE8A06239DF8}" destId="{0C02EC3E-6509-4F8E-8496-5CDD1295BC5A}" srcOrd="3" destOrd="0" presId="urn:microsoft.com/office/officeart/2018/5/layout/IconCircleLabelList"/>
    <dgm:cxn modelId="{312D23B5-BB3A-4CD0-B6FD-52C2BC61ED3D}" type="presParOf" srcId="{6F3A6C79-3772-4672-8830-D8DC775CE353}" destId="{CCD28ED9-3F70-42D1-B4AF-4006DA3CCB5C}" srcOrd="1" destOrd="0" presId="urn:microsoft.com/office/officeart/2018/5/layout/IconCircleLabelList"/>
    <dgm:cxn modelId="{F0AEB3CA-0349-4421-9BE0-63FD5EC33CB3}" type="presParOf" srcId="{6F3A6C79-3772-4672-8830-D8DC775CE353}" destId="{363597DA-7739-4518-83D6-1633A0A0765B}" srcOrd="2" destOrd="0" presId="urn:microsoft.com/office/officeart/2018/5/layout/IconCircleLabelList"/>
    <dgm:cxn modelId="{D78123F3-7524-4E52-988D-79B4FE608855}" type="presParOf" srcId="{363597DA-7739-4518-83D6-1633A0A0765B}" destId="{246C923A-6397-401C-A7F0-852392523213}" srcOrd="0" destOrd="0" presId="urn:microsoft.com/office/officeart/2018/5/layout/IconCircleLabelList"/>
    <dgm:cxn modelId="{564B8857-08C6-40FC-B5C1-E46BD7E05B3B}" type="presParOf" srcId="{363597DA-7739-4518-83D6-1633A0A0765B}" destId="{ABE40C90-E0E1-4E51-BBA8-B1C226790D6E}" srcOrd="1" destOrd="0" presId="urn:microsoft.com/office/officeart/2018/5/layout/IconCircleLabelList"/>
    <dgm:cxn modelId="{136F664B-6FC3-49CE-8A4C-A043379E7C6A}" type="presParOf" srcId="{363597DA-7739-4518-83D6-1633A0A0765B}" destId="{9E31FA7B-DF42-4717-8C2F-8A38C79A4426}" srcOrd="2" destOrd="0" presId="urn:microsoft.com/office/officeart/2018/5/layout/IconCircleLabelList"/>
    <dgm:cxn modelId="{ABCF3750-7644-4287-AA92-A7174AAA0251}" type="presParOf" srcId="{363597DA-7739-4518-83D6-1633A0A0765B}" destId="{A763B3D4-2B8A-4B4B-972F-EA45821DEA21}" srcOrd="3" destOrd="0" presId="urn:microsoft.com/office/officeart/2018/5/layout/IconCircleLabelList"/>
    <dgm:cxn modelId="{A6F01FDF-90E7-4FBE-9811-18AB8F56CF9C}" type="presParOf" srcId="{6F3A6C79-3772-4672-8830-D8DC775CE353}" destId="{D202768E-716F-498F-A54D-810B228615C1}" srcOrd="3" destOrd="0" presId="urn:microsoft.com/office/officeart/2018/5/layout/IconCircleLabelList"/>
    <dgm:cxn modelId="{6062EA5E-3F1F-43FF-A775-4F852B669599}" type="presParOf" srcId="{6F3A6C79-3772-4672-8830-D8DC775CE353}" destId="{025B06DC-BB68-4EE1-A4D1-57B3AE1673E1}" srcOrd="4" destOrd="0" presId="urn:microsoft.com/office/officeart/2018/5/layout/IconCircleLabelList"/>
    <dgm:cxn modelId="{565E2F78-4587-4560-AC9E-F385C354D1F4}" type="presParOf" srcId="{025B06DC-BB68-4EE1-A4D1-57B3AE1673E1}" destId="{AF77A75A-83F6-47EF-A931-32E7BECB0ED7}" srcOrd="0" destOrd="0" presId="urn:microsoft.com/office/officeart/2018/5/layout/IconCircleLabelList"/>
    <dgm:cxn modelId="{CE9BF977-8B12-4FB5-9CCF-C06B11AA73AE}" type="presParOf" srcId="{025B06DC-BB68-4EE1-A4D1-57B3AE1673E1}" destId="{0721669A-E978-4233-9F84-DCAB26855542}" srcOrd="1" destOrd="0" presId="urn:microsoft.com/office/officeart/2018/5/layout/IconCircleLabelList"/>
    <dgm:cxn modelId="{F2CAA209-5F6E-46F5-B443-A7F8BFC2B334}" type="presParOf" srcId="{025B06DC-BB68-4EE1-A4D1-57B3AE1673E1}" destId="{8AA6C5FB-213B-4C27-AD4A-B0B7EFC375E5}" srcOrd="2" destOrd="0" presId="urn:microsoft.com/office/officeart/2018/5/layout/IconCircleLabelList"/>
    <dgm:cxn modelId="{C7DEB287-8514-4CEB-A104-20FC178A1FBF}" type="presParOf" srcId="{025B06DC-BB68-4EE1-A4D1-57B3AE1673E1}" destId="{CB6C75EE-4C39-410B-BCFB-988EAB58521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EFDEAF9-177D-4129-9489-701166D1167B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2" csCatId="colorful" phldr="1"/>
      <dgm:spPr/>
      <dgm:t>
        <a:bodyPr/>
        <a:lstStyle/>
        <a:p>
          <a:endParaRPr lang="en-US"/>
        </a:p>
      </dgm:t>
    </dgm:pt>
    <dgm:pt modelId="{57659F4A-A4CE-48D5-842A-A8AF02C2F26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Labels, Fasteners weak</a:t>
          </a:r>
        </a:p>
      </dgm:t>
    </dgm:pt>
    <dgm:pt modelId="{AE0A20C1-9E6E-42D9-93BC-8DFDCE21F7A9}" type="parTrans" cxnId="{B40F9E7C-8950-4B65-BCAA-92721AEAF1A3}">
      <dgm:prSet/>
      <dgm:spPr/>
      <dgm:t>
        <a:bodyPr/>
        <a:lstStyle/>
        <a:p>
          <a:endParaRPr lang="en-US"/>
        </a:p>
      </dgm:t>
    </dgm:pt>
    <dgm:pt modelId="{721ACCC8-3D65-4C2E-8ECB-27A7E453EE59}" type="sibTrans" cxnId="{B40F9E7C-8950-4B65-BCAA-92721AEAF1A3}">
      <dgm:prSet/>
      <dgm:spPr/>
      <dgm:t>
        <a:bodyPr/>
        <a:lstStyle/>
        <a:p>
          <a:endParaRPr lang="en-US"/>
        </a:p>
      </dgm:t>
    </dgm:pt>
    <dgm:pt modelId="{2ED9B8CE-7A64-4BC8-B0E8-5683E1E6500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Low revenue contribution</a:t>
          </a:r>
        </a:p>
      </dgm:t>
    </dgm:pt>
    <dgm:pt modelId="{AD147F05-6DCB-46EE-B87D-BB43CADC9392}" type="parTrans" cxnId="{78F2779A-DB15-481F-A684-A05433206244}">
      <dgm:prSet/>
      <dgm:spPr/>
      <dgm:t>
        <a:bodyPr/>
        <a:lstStyle/>
        <a:p>
          <a:endParaRPr lang="en-US"/>
        </a:p>
      </dgm:t>
    </dgm:pt>
    <dgm:pt modelId="{9B83B10D-D04A-4532-8218-0E077866B6EC}" type="sibTrans" cxnId="{78F2779A-DB15-481F-A684-A05433206244}">
      <dgm:prSet/>
      <dgm:spPr/>
      <dgm:t>
        <a:bodyPr/>
        <a:lstStyle/>
        <a:p>
          <a:endParaRPr lang="en-US"/>
        </a:p>
      </dgm:t>
    </dgm:pt>
    <dgm:pt modelId="{AD816543-2802-4349-9E33-ECC15FC9A56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Consider strategy change</a:t>
          </a:r>
        </a:p>
      </dgm:t>
    </dgm:pt>
    <dgm:pt modelId="{7AC55D09-29E6-4E79-85F8-C6EE7FDD779B}" type="parTrans" cxnId="{3AA4C0B6-2099-4C5E-AA56-815091F6884E}">
      <dgm:prSet/>
      <dgm:spPr/>
      <dgm:t>
        <a:bodyPr/>
        <a:lstStyle/>
        <a:p>
          <a:endParaRPr lang="en-US"/>
        </a:p>
      </dgm:t>
    </dgm:pt>
    <dgm:pt modelId="{066DB54E-D106-49B4-BACD-B0CCA0353157}" type="sibTrans" cxnId="{3AA4C0B6-2099-4C5E-AA56-815091F6884E}">
      <dgm:prSet/>
      <dgm:spPr/>
      <dgm:t>
        <a:bodyPr/>
        <a:lstStyle/>
        <a:p>
          <a:endParaRPr lang="en-US"/>
        </a:p>
      </dgm:t>
    </dgm:pt>
    <dgm:pt modelId="{D21EE50D-EFBD-44C8-9364-6DD975BD6465}" type="pres">
      <dgm:prSet presAssocID="{4EFDEAF9-177D-4129-9489-701166D1167B}" presName="root" presStyleCnt="0">
        <dgm:presLayoutVars>
          <dgm:dir/>
          <dgm:resizeHandles val="exact"/>
        </dgm:presLayoutVars>
      </dgm:prSet>
      <dgm:spPr/>
    </dgm:pt>
    <dgm:pt modelId="{7D981F59-2539-41C8-9D61-3C94B706DBEB}" type="pres">
      <dgm:prSet presAssocID="{57659F4A-A4CE-48D5-842A-A8AF02C2F26E}" presName="compNode" presStyleCnt="0"/>
      <dgm:spPr/>
    </dgm:pt>
    <dgm:pt modelId="{2D4096A2-146E-43D4-9A1C-48010601E583}" type="pres">
      <dgm:prSet presAssocID="{57659F4A-A4CE-48D5-842A-A8AF02C2F26E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C47F54CA-3CD8-4535-AC2E-1A5D4E47B7FA}" type="pres">
      <dgm:prSet presAssocID="{57659F4A-A4CE-48D5-842A-A8AF02C2F26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096F6568-BE9B-4344-947C-E8C9EB6A61A8}" type="pres">
      <dgm:prSet presAssocID="{57659F4A-A4CE-48D5-842A-A8AF02C2F26E}" presName="spaceRect" presStyleCnt="0"/>
      <dgm:spPr/>
    </dgm:pt>
    <dgm:pt modelId="{F51110AF-8839-42EB-839A-D01512726701}" type="pres">
      <dgm:prSet presAssocID="{57659F4A-A4CE-48D5-842A-A8AF02C2F26E}" presName="textRect" presStyleLbl="revTx" presStyleIdx="0" presStyleCnt="3">
        <dgm:presLayoutVars>
          <dgm:chMax val="1"/>
          <dgm:chPref val="1"/>
        </dgm:presLayoutVars>
      </dgm:prSet>
      <dgm:spPr/>
    </dgm:pt>
    <dgm:pt modelId="{27B250EB-EC30-4334-8A9E-0718DA588108}" type="pres">
      <dgm:prSet presAssocID="{721ACCC8-3D65-4C2E-8ECB-27A7E453EE59}" presName="sibTrans" presStyleCnt="0"/>
      <dgm:spPr/>
    </dgm:pt>
    <dgm:pt modelId="{86AC25BD-8C42-4BF0-8CE9-6E8A54AF5954}" type="pres">
      <dgm:prSet presAssocID="{2ED9B8CE-7A64-4BC8-B0E8-5683E1E6500A}" presName="compNode" presStyleCnt="0"/>
      <dgm:spPr/>
    </dgm:pt>
    <dgm:pt modelId="{EA356548-AE81-4DD7-9D6D-385B86FF3B57}" type="pres">
      <dgm:prSet presAssocID="{2ED9B8CE-7A64-4BC8-B0E8-5683E1E6500A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8CF15FC3-3450-4369-B8FE-AD42F23FCFC2}" type="pres">
      <dgm:prSet presAssocID="{2ED9B8CE-7A64-4BC8-B0E8-5683E1E6500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83C88F7D-CD5A-4DBD-A4F7-50F68CC2D552}" type="pres">
      <dgm:prSet presAssocID="{2ED9B8CE-7A64-4BC8-B0E8-5683E1E6500A}" presName="spaceRect" presStyleCnt="0"/>
      <dgm:spPr/>
    </dgm:pt>
    <dgm:pt modelId="{98FEBE2E-EB75-44E1-96C9-D50716DC66D9}" type="pres">
      <dgm:prSet presAssocID="{2ED9B8CE-7A64-4BC8-B0E8-5683E1E6500A}" presName="textRect" presStyleLbl="revTx" presStyleIdx="1" presStyleCnt="3">
        <dgm:presLayoutVars>
          <dgm:chMax val="1"/>
          <dgm:chPref val="1"/>
        </dgm:presLayoutVars>
      </dgm:prSet>
      <dgm:spPr/>
    </dgm:pt>
    <dgm:pt modelId="{5EFA59DC-E964-4B4A-88D7-768D150532D4}" type="pres">
      <dgm:prSet presAssocID="{9B83B10D-D04A-4532-8218-0E077866B6EC}" presName="sibTrans" presStyleCnt="0"/>
      <dgm:spPr/>
    </dgm:pt>
    <dgm:pt modelId="{BC0DA35F-5353-4586-BE42-430E1B9357DA}" type="pres">
      <dgm:prSet presAssocID="{AD816543-2802-4349-9E33-ECC15FC9A566}" presName="compNode" presStyleCnt="0"/>
      <dgm:spPr/>
    </dgm:pt>
    <dgm:pt modelId="{CF7AC9B4-C429-47AB-AF96-9E58E8843048}" type="pres">
      <dgm:prSet presAssocID="{AD816543-2802-4349-9E33-ECC15FC9A566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21DD1FB6-0074-4881-B530-CC0F23C8E708}" type="pres">
      <dgm:prSet presAssocID="{AD816543-2802-4349-9E33-ECC15FC9A56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09471F89-8F6D-4BDF-986C-2796CAF9A327}" type="pres">
      <dgm:prSet presAssocID="{AD816543-2802-4349-9E33-ECC15FC9A566}" presName="spaceRect" presStyleCnt="0"/>
      <dgm:spPr/>
    </dgm:pt>
    <dgm:pt modelId="{DBA23183-623D-4D7B-93A5-73156F48D29C}" type="pres">
      <dgm:prSet presAssocID="{AD816543-2802-4349-9E33-ECC15FC9A56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285EF0B-9BCB-4678-A67D-E8272380618B}" type="presOf" srcId="{AD816543-2802-4349-9E33-ECC15FC9A566}" destId="{DBA23183-623D-4D7B-93A5-73156F48D29C}" srcOrd="0" destOrd="0" presId="urn:microsoft.com/office/officeart/2018/5/layout/IconLeafLabelList"/>
    <dgm:cxn modelId="{BCC6870F-677C-448A-912E-0BAA7D4931A0}" type="presOf" srcId="{57659F4A-A4CE-48D5-842A-A8AF02C2F26E}" destId="{F51110AF-8839-42EB-839A-D01512726701}" srcOrd="0" destOrd="0" presId="urn:microsoft.com/office/officeart/2018/5/layout/IconLeafLabelList"/>
    <dgm:cxn modelId="{DB76AC45-897C-4D35-A86E-98F53D2C45C9}" type="presOf" srcId="{4EFDEAF9-177D-4129-9489-701166D1167B}" destId="{D21EE50D-EFBD-44C8-9364-6DD975BD6465}" srcOrd="0" destOrd="0" presId="urn:microsoft.com/office/officeart/2018/5/layout/IconLeafLabelList"/>
    <dgm:cxn modelId="{B40F9E7C-8950-4B65-BCAA-92721AEAF1A3}" srcId="{4EFDEAF9-177D-4129-9489-701166D1167B}" destId="{57659F4A-A4CE-48D5-842A-A8AF02C2F26E}" srcOrd="0" destOrd="0" parTransId="{AE0A20C1-9E6E-42D9-93BC-8DFDCE21F7A9}" sibTransId="{721ACCC8-3D65-4C2E-8ECB-27A7E453EE59}"/>
    <dgm:cxn modelId="{78F2779A-DB15-481F-A684-A05433206244}" srcId="{4EFDEAF9-177D-4129-9489-701166D1167B}" destId="{2ED9B8CE-7A64-4BC8-B0E8-5683E1E6500A}" srcOrd="1" destOrd="0" parTransId="{AD147F05-6DCB-46EE-B87D-BB43CADC9392}" sibTransId="{9B83B10D-D04A-4532-8218-0E077866B6EC}"/>
    <dgm:cxn modelId="{3AA4C0B6-2099-4C5E-AA56-815091F6884E}" srcId="{4EFDEAF9-177D-4129-9489-701166D1167B}" destId="{AD816543-2802-4349-9E33-ECC15FC9A566}" srcOrd="2" destOrd="0" parTransId="{7AC55D09-29E6-4E79-85F8-C6EE7FDD779B}" sibTransId="{066DB54E-D106-49B4-BACD-B0CCA0353157}"/>
    <dgm:cxn modelId="{1A7389F3-BF1A-4BBE-8805-897C630A0254}" type="presOf" srcId="{2ED9B8CE-7A64-4BC8-B0E8-5683E1E6500A}" destId="{98FEBE2E-EB75-44E1-96C9-D50716DC66D9}" srcOrd="0" destOrd="0" presId="urn:microsoft.com/office/officeart/2018/5/layout/IconLeafLabelList"/>
    <dgm:cxn modelId="{5305EF1C-E15D-4BF9-8019-50811B8CBD4E}" type="presParOf" srcId="{D21EE50D-EFBD-44C8-9364-6DD975BD6465}" destId="{7D981F59-2539-41C8-9D61-3C94B706DBEB}" srcOrd="0" destOrd="0" presId="urn:microsoft.com/office/officeart/2018/5/layout/IconLeafLabelList"/>
    <dgm:cxn modelId="{71E9F42E-31AC-46D8-B419-445CAD4C8043}" type="presParOf" srcId="{7D981F59-2539-41C8-9D61-3C94B706DBEB}" destId="{2D4096A2-146E-43D4-9A1C-48010601E583}" srcOrd="0" destOrd="0" presId="urn:microsoft.com/office/officeart/2018/5/layout/IconLeafLabelList"/>
    <dgm:cxn modelId="{611704CF-8973-4687-95FE-A2146ECF5871}" type="presParOf" srcId="{7D981F59-2539-41C8-9D61-3C94B706DBEB}" destId="{C47F54CA-3CD8-4535-AC2E-1A5D4E47B7FA}" srcOrd="1" destOrd="0" presId="urn:microsoft.com/office/officeart/2018/5/layout/IconLeafLabelList"/>
    <dgm:cxn modelId="{8968F0A9-6577-4DEB-A937-2E3C613E0DE7}" type="presParOf" srcId="{7D981F59-2539-41C8-9D61-3C94B706DBEB}" destId="{096F6568-BE9B-4344-947C-E8C9EB6A61A8}" srcOrd="2" destOrd="0" presId="urn:microsoft.com/office/officeart/2018/5/layout/IconLeafLabelList"/>
    <dgm:cxn modelId="{7109DD22-A06E-4515-902F-D8798BE3059A}" type="presParOf" srcId="{7D981F59-2539-41C8-9D61-3C94B706DBEB}" destId="{F51110AF-8839-42EB-839A-D01512726701}" srcOrd="3" destOrd="0" presId="urn:microsoft.com/office/officeart/2018/5/layout/IconLeafLabelList"/>
    <dgm:cxn modelId="{6FCA4339-B35C-4F87-86D5-93EE72DD63FE}" type="presParOf" srcId="{D21EE50D-EFBD-44C8-9364-6DD975BD6465}" destId="{27B250EB-EC30-4334-8A9E-0718DA588108}" srcOrd="1" destOrd="0" presId="urn:microsoft.com/office/officeart/2018/5/layout/IconLeafLabelList"/>
    <dgm:cxn modelId="{A44D5291-8220-4FFC-83E0-382D34709A17}" type="presParOf" srcId="{D21EE50D-EFBD-44C8-9364-6DD975BD6465}" destId="{86AC25BD-8C42-4BF0-8CE9-6E8A54AF5954}" srcOrd="2" destOrd="0" presId="urn:microsoft.com/office/officeart/2018/5/layout/IconLeafLabelList"/>
    <dgm:cxn modelId="{E66E6AE2-9CFE-4791-8BEA-92342E912265}" type="presParOf" srcId="{86AC25BD-8C42-4BF0-8CE9-6E8A54AF5954}" destId="{EA356548-AE81-4DD7-9D6D-385B86FF3B57}" srcOrd="0" destOrd="0" presId="urn:microsoft.com/office/officeart/2018/5/layout/IconLeafLabelList"/>
    <dgm:cxn modelId="{14A142E8-0BB8-4224-A6D1-3E8603C6A559}" type="presParOf" srcId="{86AC25BD-8C42-4BF0-8CE9-6E8A54AF5954}" destId="{8CF15FC3-3450-4369-B8FE-AD42F23FCFC2}" srcOrd="1" destOrd="0" presId="urn:microsoft.com/office/officeart/2018/5/layout/IconLeafLabelList"/>
    <dgm:cxn modelId="{6C1FFB3E-B2F5-4C37-A688-FBEFA28F0144}" type="presParOf" srcId="{86AC25BD-8C42-4BF0-8CE9-6E8A54AF5954}" destId="{83C88F7D-CD5A-4DBD-A4F7-50F68CC2D552}" srcOrd="2" destOrd="0" presId="urn:microsoft.com/office/officeart/2018/5/layout/IconLeafLabelList"/>
    <dgm:cxn modelId="{785EF3D7-2989-4A57-BCDE-C59D37978BB8}" type="presParOf" srcId="{86AC25BD-8C42-4BF0-8CE9-6E8A54AF5954}" destId="{98FEBE2E-EB75-44E1-96C9-D50716DC66D9}" srcOrd="3" destOrd="0" presId="urn:microsoft.com/office/officeart/2018/5/layout/IconLeafLabelList"/>
    <dgm:cxn modelId="{335F2211-79B0-449C-9277-82FB1B0BFB87}" type="presParOf" srcId="{D21EE50D-EFBD-44C8-9364-6DD975BD6465}" destId="{5EFA59DC-E964-4B4A-88D7-768D150532D4}" srcOrd="3" destOrd="0" presId="urn:microsoft.com/office/officeart/2018/5/layout/IconLeafLabelList"/>
    <dgm:cxn modelId="{40869FC2-074E-440F-9ACB-B15CDF744C80}" type="presParOf" srcId="{D21EE50D-EFBD-44C8-9364-6DD975BD6465}" destId="{BC0DA35F-5353-4586-BE42-430E1B9357DA}" srcOrd="4" destOrd="0" presId="urn:microsoft.com/office/officeart/2018/5/layout/IconLeafLabelList"/>
    <dgm:cxn modelId="{C9D4FCF8-A8D3-462A-9CE9-7CC89567F8F7}" type="presParOf" srcId="{BC0DA35F-5353-4586-BE42-430E1B9357DA}" destId="{CF7AC9B4-C429-47AB-AF96-9E58E8843048}" srcOrd="0" destOrd="0" presId="urn:microsoft.com/office/officeart/2018/5/layout/IconLeafLabelList"/>
    <dgm:cxn modelId="{2916F6E9-702C-4B75-9D1C-D863C76AAA76}" type="presParOf" srcId="{BC0DA35F-5353-4586-BE42-430E1B9357DA}" destId="{21DD1FB6-0074-4881-B530-CC0F23C8E708}" srcOrd="1" destOrd="0" presId="urn:microsoft.com/office/officeart/2018/5/layout/IconLeafLabelList"/>
    <dgm:cxn modelId="{C16E55EA-5EED-4112-BBF7-E0393EC77AB5}" type="presParOf" srcId="{BC0DA35F-5353-4586-BE42-430E1B9357DA}" destId="{09471F89-8F6D-4BDF-986C-2796CAF9A327}" srcOrd="2" destOrd="0" presId="urn:microsoft.com/office/officeart/2018/5/layout/IconLeafLabelList"/>
    <dgm:cxn modelId="{06EF7520-C7CE-4F23-BA79-AB58DF6D2EEE}" type="presParOf" srcId="{BC0DA35F-5353-4586-BE42-430E1B9357DA}" destId="{DBA23183-623D-4D7B-93A5-73156F48D29C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30974DD-A79F-4954-B59A-218B261C6079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2DBE624-6F91-4592-951F-99D92B542EE7}">
      <dgm:prSet/>
      <dgm:spPr/>
      <dgm:t>
        <a:bodyPr/>
        <a:lstStyle/>
        <a:p>
          <a:r>
            <a:rPr lang="en-US"/>
            <a:t>Reduce discounts</a:t>
          </a:r>
        </a:p>
      </dgm:t>
    </dgm:pt>
    <dgm:pt modelId="{5B8CF8BA-31D3-4E69-8453-A64B480AEEAD}" type="parTrans" cxnId="{A74EF92E-F306-4E20-B236-768858822186}">
      <dgm:prSet/>
      <dgm:spPr/>
      <dgm:t>
        <a:bodyPr/>
        <a:lstStyle/>
        <a:p>
          <a:endParaRPr lang="en-US"/>
        </a:p>
      </dgm:t>
    </dgm:pt>
    <dgm:pt modelId="{C12C6EBC-FA50-4600-B89D-E44AF92F28C4}" type="sibTrans" cxnId="{A74EF92E-F306-4E20-B236-768858822186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2E755078-C705-4AD8-9F43-532771D77394}">
      <dgm:prSet/>
      <dgm:spPr/>
      <dgm:t>
        <a:bodyPr/>
        <a:lstStyle/>
        <a:p>
          <a:r>
            <a:rPr lang="en-US"/>
            <a:t>Invest in strong regions</a:t>
          </a:r>
        </a:p>
      </dgm:t>
    </dgm:pt>
    <dgm:pt modelId="{A844683F-56B5-471C-8368-EF5C39878D04}" type="parTrans" cxnId="{E3C908B9-5B29-4124-A5AD-D0AC96560235}">
      <dgm:prSet/>
      <dgm:spPr/>
      <dgm:t>
        <a:bodyPr/>
        <a:lstStyle/>
        <a:p>
          <a:endParaRPr lang="en-US"/>
        </a:p>
      </dgm:t>
    </dgm:pt>
    <dgm:pt modelId="{E7BE1B2D-1E14-456E-AA7F-88A162AB12EA}" type="sibTrans" cxnId="{E3C908B9-5B29-4124-A5AD-D0AC96560235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9E8897AC-D579-4EC8-B6A9-BA108BC44AF4}">
      <dgm:prSet/>
      <dgm:spPr/>
      <dgm:t>
        <a:bodyPr/>
        <a:lstStyle/>
        <a:p>
          <a:r>
            <a:rPr lang="en-US"/>
            <a:t>Boost weak categories</a:t>
          </a:r>
        </a:p>
      </dgm:t>
    </dgm:pt>
    <dgm:pt modelId="{7D462614-C465-4338-B80A-F9B9F9570D6D}" type="parTrans" cxnId="{CB0F7A30-D730-4B95-BE2D-09216FE72D62}">
      <dgm:prSet/>
      <dgm:spPr/>
      <dgm:t>
        <a:bodyPr/>
        <a:lstStyle/>
        <a:p>
          <a:endParaRPr lang="en-US"/>
        </a:p>
      </dgm:t>
    </dgm:pt>
    <dgm:pt modelId="{A1EC79C0-C29C-45B4-8294-CAB6944B8253}" type="sibTrans" cxnId="{CB0F7A30-D730-4B95-BE2D-09216FE72D62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3ECAFEB6-4E4A-4654-83F8-11EC2968FA5D}">
      <dgm:prSet/>
      <dgm:spPr/>
      <dgm:t>
        <a:bodyPr/>
        <a:lstStyle/>
        <a:p>
          <a:r>
            <a:rPr lang="en-US"/>
            <a:t>Leverage top products</a:t>
          </a:r>
        </a:p>
      </dgm:t>
    </dgm:pt>
    <dgm:pt modelId="{6EA3A1F1-D229-4AE0-9D14-055E260DDFBE}" type="parTrans" cxnId="{97632C25-DED2-423E-966F-97C8A7FC9F27}">
      <dgm:prSet/>
      <dgm:spPr/>
      <dgm:t>
        <a:bodyPr/>
        <a:lstStyle/>
        <a:p>
          <a:endParaRPr lang="en-US"/>
        </a:p>
      </dgm:t>
    </dgm:pt>
    <dgm:pt modelId="{0425FB6B-7E2A-4116-ADE2-1DEE017C7FB2}" type="sibTrans" cxnId="{97632C25-DED2-423E-966F-97C8A7FC9F27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E40755C6-DEB7-40E9-A73F-A000EBFE2576}" type="pres">
      <dgm:prSet presAssocID="{830974DD-A79F-4954-B59A-218B261C6079}" presName="Name0" presStyleCnt="0">
        <dgm:presLayoutVars>
          <dgm:animLvl val="lvl"/>
          <dgm:resizeHandles val="exact"/>
        </dgm:presLayoutVars>
      </dgm:prSet>
      <dgm:spPr/>
    </dgm:pt>
    <dgm:pt modelId="{524720DF-5F4E-474A-BEB3-5F39E582AA17}" type="pres">
      <dgm:prSet presAssocID="{B2DBE624-6F91-4592-951F-99D92B542EE7}" presName="compositeNode" presStyleCnt="0">
        <dgm:presLayoutVars>
          <dgm:bulletEnabled val="1"/>
        </dgm:presLayoutVars>
      </dgm:prSet>
      <dgm:spPr/>
    </dgm:pt>
    <dgm:pt modelId="{F5F7C29B-FD1E-4ADB-824D-E3DCCBB69FE3}" type="pres">
      <dgm:prSet presAssocID="{B2DBE624-6F91-4592-951F-99D92B542EE7}" presName="bgRect" presStyleLbl="alignNode1" presStyleIdx="0" presStyleCnt="4"/>
      <dgm:spPr/>
    </dgm:pt>
    <dgm:pt modelId="{F3A50777-29DC-41F5-BEE0-D51444B91B1A}" type="pres">
      <dgm:prSet presAssocID="{C12C6EBC-FA50-4600-B89D-E44AF92F28C4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9CD4BC0B-1966-4C68-94E6-025968E6FC66}" type="pres">
      <dgm:prSet presAssocID="{B2DBE624-6F91-4592-951F-99D92B542EE7}" presName="nodeRect" presStyleLbl="alignNode1" presStyleIdx="0" presStyleCnt="4">
        <dgm:presLayoutVars>
          <dgm:bulletEnabled val="1"/>
        </dgm:presLayoutVars>
      </dgm:prSet>
      <dgm:spPr/>
    </dgm:pt>
    <dgm:pt modelId="{26D8F6B2-12AF-4E53-91C4-407B0B266567}" type="pres">
      <dgm:prSet presAssocID="{C12C6EBC-FA50-4600-B89D-E44AF92F28C4}" presName="sibTrans" presStyleCnt="0"/>
      <dgm:spPr/>
    </dgm:pt>
    <dgm:pt modelId="{7D8247BD-479F-46AA-9F55-E064CD86AC08}" type="pres">
      <dgm:prSet presAssocID="{2E755078-C705-4AD8-9F43-532771D77394}" presName="compositeNode" presStyleCnt="0">
        <dgm:presLayoutVars>
          <dgm:bulletEnabled val="1"/>
        </dgm:presLayoutVars>
      </dgm:prSet>
      <dgm:spPr/>
    </dgm:pt>
    <dgm:pt modelId="{39AE96F4-D1C6-4C25-93BC-B8D41C87BA59}" type="pres">
      <dgm:prSet presAssocID="{2E755078-C705-4AD8-9F43-532771D77394}" presName="bgRect" presStyleLbl="alignNode1" presStyleIdx="1" presStyleCnt="4"/>
      <dgm:spPr/>
    </dgm:pt>
    <dgm:pt modelId="{666E35C5-EE8C-4E92-8D07-DDFB9387AC7C}" type="pres">
      <dgm:prSet presAssocID="{E7BE1B2D-1E14-456E-AA7F-88A162AB12EA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B7745FAB-30C4-4582-B0F1-CD470F4CE3A1}" type="pres">
      <dgm:prSet presAssocID="{2E755078-C705-4AD8-9F43-532771D77394}" presName="nodeRect" presStyleLbl="alignNode1" presStyleIdx="1" presStyleCnt="4">
        <dgm:presLayoutVars>
          <dgm:bulletEnabled val="1"/>
        </dgm:presLayoutVars>
      </dgm:prSet>
      <dgm:spPr/>
    </dgm:pt>
    <dgm:pt modelId="{ECE9F0D3-5E36-4246-9E3D-05D4346A3DD7}" type="pres">
      <dgm:prSet presAssocID="{E7BE1B2D-1E14-456E-AA7F-88A162AB12EA}" presName="sibTrans" presStyleCnt="0"/>
      <dgm:spPr/>
    </dgm:pt>
    <dgm:pt modelId="{474798CD-7088-48A1-812F-44E6C21EC874}" type="pres">
      <dgm:prSet presAssocID="{9E8897AC-D579-4EC8-B6A9-BA108BC44AF4}" presName="compositeNode" presStyleCnt="0">
        <dgm:presLayoutVars>
          <dgm:bulletEnabled val="1"/>
        </dgm:presLayoutVars>
      </dgm:prSet>
      <dgm:spPr/>
    </dgm:pt>
    <dgm:pt modelId="{9C8A62CB-7E86-49B5-85FE-6AE355E78049}" type="pres">
      <dgm:prSet presAssocID="{9E8897AC-D579-4EC8-B6A9-BA108BC44AF4}" presName="bgRect" presStyleLbl="alignNode1" presStyleIdx="2" presStyleCnt="4"/>
      <dgm:spPr/>
    </dgm:pt>
    <dgm:pt modelId="{11614662-B56B-4D9A-9351-27B0BC13A57B}" type="pres">
      <dgm:prSet presAssocID="{A1EC79C0-C29C-45B4-8294-CAB6944B8253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7265382E-69AE-42F2-B60C-C702D192962C}" type="pres">
      <dgm:prSet presAssocID="{9E8897AC-D579-4EC8-B6A9-BA108BC44AF4}" presName="nodeRect" presStyleLbl="alignNode1" presStyleIdx="2" presStyleCnt="4">
        <dgm:presLayoutVars>
          <dgm:bulletEnabled val="1"/>
        </dgm:presLayoutVars>
      </dgm:prSet>
      <dgm:spPr/>
    </dgm:pt>
    <dgm:pt modelId="{ABE6D591-1D19-46ED-A0C9-88838AFC2D8F}" type="pres">
      <dgm:prSet presAssocID="{A1EC79C0-C29C-45B4-8294-CAB6944B8253}" presName="sibTrans" presStyleCnt="0"/>
      <dgm:spPr/>
    </dgm:pt>
    <dgm:pt modelId="{328F3F64-36B9-4267-8550-60594424B7DC}" type="pres">
      <dgm:prSet presAssocID="{3ECAFEB6-4E4A-4654-83F8-11EC2968FA5D}" presName="compositeNode" presStyleCnt="0">
        <dgm:presLayoutVars>
          <dgm:bulletEnabled val="1"/>
        </dgm:presLayoutVars>
      </dgm:prSet>
      <dgm:spPr/>
    </dgm:pt>
    <dgm:pt modelId="{E673BE71-69EE-4B7E-99C1-3EAEBBACFCCD}" type="pres">
      <dgm:prSet presAssocID="{3ECAFEB6-4E4A-4654-83F8-11EC2968FA5D}" presName="bgRect" presStyleLbl="alignNode1" presStyleIdx="3" presStyleCnt="4"/>
      <dgm:spPr/>
    </dgm:pt>
    <dgm:pt modelId="{E3B96674-91DA-4C02-811E-E39BB54CD7F1}" type="pres">
      <dgm:prSet presAssocID="{0425FB6B-7E2A-4116-ADE2-1DEE017C7FB2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F4411FFC-593A-4181-A13B-EF630447354D}" type="pres">
      <dgm:prSet presAssocID="{3ECAFEB6-4E4A-4654-83F8-11EC2968FA5D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36F94109-FDBF-4179-9CDD-75CB6E68A1EB}" type="presOf" srcId="{3ECAFEB6-4E4A-4654-83F8-11EC2968FA5D}" destId="{F4411FFC-593A-4181-A13B-EF630447354D}" srcOrd="1" destOrd="0" presId="urn:microsoft.com/office/officeart/2016/7/layout/LinearBlockProcessNumbered"/>
    <dgm:cxn modelId="{91984E1F-EAD7-4109-AB0C-D3B880807898}" type="presOf" srcId="{830974DD-A79F-4954-B59A-218B261C6079}" destId="{E40755C6-DEB7-40E9-A73F-A000EBFE2576}" srcOrd="0" destOrd="0" presId="urn:microsoft.com/office/officeart/2016/7/layout/LinearBlockProcessNumbered"/>
    <dgm:cxn modelId="{97632C25-DED2-423E-966F-97C8A7FC9F27}" srcId="{830974DD-A79F-4954-B59A-218B261C6079}" destId="{3ECAFEB6-4E4A-4654-83F8-11EC2968FA5D}" srcOrd="3" destOrd="0" parTransId="{6EA3A1F1-D229-4AE0-9D14-055E260DDFBE}" sibTransId="{0425FB6B-7E2A-4116-ADE2-1DEE017C7FB2}"/>
    <dgm:cxn modelId="{A74EF92E-F306-4E20-B236-768858822186}" srcId="{830974DD-A79F-4954-B59A-218B261C6079}" destId="{B2DBE624-6F91-4592-951F-99D92B542EE7}" srcOrd="0" destOrd="0" parTransId="{5B8CF8BA-31D3-4E69-8453-A64B480AEEAD}" sibTransId="{C12C6EBC-FA50-4600-B89D-E44AF92F28C4}"/>
    <dgm:cxn modelId="{CB0F7A30-D730-4B95-BE2D-09216FE72D62}" srcId="{830974DD-A79F-4954-B59A-218B261C6079}" destId="{9E8897AC-D579-4EC8-B6A9-BA108BC44AF4}" srcOrd="2" destOrd="0" parTransId="{7D462614-C465-4338-B80A-F9B9F9570D6D}" sibTransId="{A1EC79C0-C29C-45B4-8294-CAB6944B8253}"/>
    <dgm:cxn modelId="{DCBBB939-658D-4DF2-8981-ACB9237F1E6C}" type="presOf" srcId="{E7BE1B2D-1E14-456E-AA7F-88A162AB12EA}" destId="{666E35C5-EE8C-4E92-8D07-DDFB9387AC7C}" srcOrd="0" destOrd="0" presId="urn:microsoft.com/office/officeart/2016/7/layout/LinearBlockProcessNumbered"/>
    <dgm:cxn modelId="{C8F5C962-FF7D-453B-8407-F01E3231EB4C}" type="presOf" srcId="{C12C6EBC-FA50-4600-B89D-E44AF92F28C4}" destId="{F3A50777-29DC-41F5-BEE0-D51444B91B1A}" srcOrd="0" destOrd="0" presId="urn:microsoft.com/office/officeart/2016/7/layout/LinearBlockProcessNumbered"/>
    <dgm:cxn modelId="{36EF9872-C10E-4AD7-AF0C-3B8D0D7E75FE}" type="presOf" srcId="{0425FB6B-7E2A-4116-ADE2-1DEE017C7FB2}" destId="{E3B96674-91DA-4C02-811E-E39BB54CD7F1}" srcOrd="0" destOrd="0" presId="urn:microsoft.com/office/officeart/2016/7/layout/LinearBlockProcessNumbered"/>
    <dgm:cxn modelId="{D243E55A-1028-4523-9A06-0DF2924F13D9}" type="presOf" srcId="{2E755078-C705-4AD8-9F43-532771D77394}" destId="{B7745FAB-30C4-4582-B0F1-CD470F4CE3A1}" srcOrd="1" destOrd="0" presId="urn:microsoft.com/office/officeart/2016/7/layout/LinearBlockProcessNumbered"/>
    <dgm:cxn modelId="{6E61837D-D86D-417A-85A5-03AB9D4CBCE4}" type="presOf" srcId="{2E755078-C705-4AD8-9F43-532771D77394}" destId="{39AE96F4-D1C6-4C25-93BC-B8D41C87BA59}" srcOrd="0" destOrd="0" presId="urn:microsoft.com/office/officeart/2016/7/layout/LinearBlockProcessNumbered"/>
    <dgm:cxn modelId="{7DD1FE97-3122-42A4-BC5A-39B63DA2DCD1}" type="presOf" srcId="{9E8897AC-D579-4EC8-B6A9-BA108BC44AF4}" destId="{7265382E-69AE-42F2-B60C-C702D192962C}" srcOrd="1" destOrd="0" presId="urn:microsoft.com/office/officeart/2016/7/layout/LinearBlockProcessNumbered"/>
    <dgm:cxn modelId="{E3272BB0-ECCB-4730-B38B-F57744839743}" type="presOf" srcId="{B2DBE624-6F91-4592-951F-99D92B542EE7}" destId="{F5F7C29B-FD1E-4ADB-824D-E3DCCBB69FE3}" srcOrd="0" destOrd="0" presId="urn:microsoft.com/office/officeart/2016/7/layout/LinearBlockProcessNumbered"/>
    <dgm:cxn modelId="{9D9392B8-034E-4222-82AA-1E939FF884EC}" type="presOf" srcId="{B2DBE624-6F91-4592-951F-99D92B542EE7}" destId="{9CD4BC0B-1966-4C68-94E6-025968E6FC66}" srcOrd="1" destOrd="0" presId="urn:microsoft.com/office/officeart/2016/7/layout/LinearBlockProcessNumbered"/>
    <dgm:cxn modelId="{E3C908B9-5B29-4124-A5AD-D0AC96560235}" srcId="{830974DD-A79F-4954-B59A-218B261C6079}" destId="{2E755078-C705-4AD8-9F43-532771D77394}" srcOrd="1" destOrd="0" parTransId="{A844683F-56B5-471C-8368-EF5C39878D04}" sibTransId="{E7BE1B2D-1E14-456E-AA7F-88A162AB12EA}"/>
    <dgm:cxn modelId="{6E5DE3C5-1B79-4350-B62C-F0C3A2F5B586}" type="presOf" srcId="{A1EC79C0-C29C-45B4-8294-CAB6944B8253}" destId="{11614662-B56B-4D9A-9351-27B0BC13A57B}" srcOrd="0" destOrd="0" presId="urn:microsoft.com/office/officeart/2016/7/layout/LinearBlockProcessNumbered"/>
    <dgm:cxn modelId="{E918A8D8-0230-4E86-9FE4-4281DEABC908}" type="presOf" srcId="{3ECAFEB6-4E4A-4654-83F8-11EC2968FA5D}" destId="{E673BE71-69EE-4B7E-99C1-3EAEBBACFCCD}" srcOrd="0" destOrd="0" presId="urn:microsoft.com/office/officeart/2016/7/layout/LinearBlockProcessNumbered"/>
    <dgm:cxn modelId="{D98AB9DE-EC30-48F6-A152-A8810B29445C}" type="presOf" srcId="{9E8897AC-D579-4EC8-B6A9-BA108BC44AF4}" destId="{9C8A62CB-7E86-49B5-85FE-6AE355E78049}" srcOrd="0" destOrd="0" presId="urn:microsoft.com/office/officeart/2016/7/layout/LinearBlockProcessNumbered"/>
    <dgm:cxn modelId="{921A8D2D-073F-4EDD-A64C-96C4B80949D1}" type="presParOf" srcId="{E40755C6-DEB7-40E9-A73F-A000EBFE2576}" destId="{524720DF-5F4E-474A-BEB3-5F39E582AA17}" srcOrd="0" destOrd="0" presId="urn:microsoft.com/office/officeart/2016/7/layout/LinearBlockProcessNumbered"/>
    <dgm:cxn modelId="{2A87D7EB-5C20-4F33-A4BD-5FE674500FD3}" type="presParOf" srcId="{524720DF-5F4E-474A-BEB3-5F39E582AA17}" destId="{F5F7C29B-FD1E-4ADB-824D-E3DCCBB69FE3}" srcOrd="0" destOrd="0" presId="urn:microsoft.com/office/officeart/2016/7/layout/LinearBlockProcessNumbered"/>
    <dgm:cxn modelId="{FE69DF7B-BA4D-462B-8537-BE3876CC833B}" type="presParOf" srcId="{524720DF-5F4E-474A-BEB3-5F39E582AA17}" destId="{F3A50777-29DC-41F5-BEE0-D51444B91B1A}" srcOrd="1" destOrd="0" presId="urn:microsoft.com/office/officeart/2016/7/layout/LinearBlockProcessNumbered"/>
    <dgm:cxn modelId="{7E236CE9-0583-488D-AAE5-A3ABF462C95A}" type="presParOf" srcId="{524720DF-5F4E-474A-BEB3-5F39E582AA17}" destId="{9CD4BC0B-1966-4C68-94E6-025968E6FC66}" srcOrd="2" destOrd="0" presId="urn:microsoft.com/office/officeart/2016/7/layout/LinearBlockProcessNumbered"/>
    <dgm:cxn modelId="{C52F06D1-FDF7-44D7-B068-D0C36CAD7116}" type="presParOf" srcId="{E40755C6-DEB7-40E9-A73F-A000EBFE2576}" destId="{26D8F6B2-12AF-4E53-91C4-407B0B266567}" srcOrd="1" destOrd="0" presId="urn:microsoft.com/office/officeart/2016/7/layout/LinearBlockProcessNumbered"/>
    <dgm:cxn modelId="{006ED3FA-A92A-4CCA-A12A-B61B958079BE}" type="presParOf" srcId="{E40755C6-DEB7-40E9-A73F-A000EBFE2576}" destId="{7D8247BD-479F-46AA-9F55-E064CD86AC08}" srcOrd="2" destOrd="0" presId="urn:microsoft.com/office/officeart/2016/7/layout/LinearBlockProcessNumbered"/>
    <dgm:cxn modelId="{86F847CF-D3EA-425F-B55A-41204310FCCF}" type="presParOf" srcId="{7D8247BD-479F-46AA-9F55-E064CD86AC08}" destId="{39AE96F4-D1C6-4C25-93BC-B8D41C87BA59}" srcOrd="0" destOrd="0" presId="urn:microsoft.com/office/officeart/2016/7/layout/LinearBlockProcessNumbered"/>
    <dgm:cxn modelId="{D3DD65D0-960E-4CC3-BE94-E701B203EF8D}" type="presParOf" srcId="{7D8247BD-479F-46AA-9F55-E064CD86AC08}" destId="{666E35C5-EE8C-4E92-8D07-DDFB9387AC7C}" srcOrd="1" destOrd="0" presId="urn:microsoft.com/office/officeart/2016/7/layout/LinearBlockProcessNumbered"/>
    <dgm:cxn modelId="{BC71B57A-E3FA-4567-BCE4-FA636CBDBC78}" type="presParOf" srcId="{7D8247BD-479F-46AA-9F55-E064CD86AC08}" destId="{B7745FAB-30C4-4582-B0F1-CD470F4CE3A1}" srcOrd="2" destOrd="0" presId="urn:microsoft.com/office/officeart/2016/7/layout/LinearBlockProcessNumbered"/>
    <dgm:cxn modelId="{F910C0FD-4C8C-4FF6-A8C1-67C6E00A8091}" type="presParOf" srcId="{E40755C6-DEB7-40E9-A73F-A000EBFE2576}" destId="{ECE9F0D3-5E36-4246-9E3D-05D4346A3DD7}" srcOrd="3" destOrd="0" presId="urn:microsoft.com/office/officeart/2016/7/layout/LinearBlockProcessNumbered"/>
    <dgm:cxn modelId="{1C226839-43D2-4D69-BA57-E4373C2127A2}" type="presParOf" srcId="{E40755C6-DEB7-40E9-A73F-A000EBFE2576}" destId="{474798CD-7088-48A1-812F-44E6C21EC874}" srcOrd="4" destOrd="0" presId="urn:microsoft.com/office/officeart/2016/7/layout/LinearBlockProcessNumbered"/>
    <dgm:cxn modelId="{AA573FE3-5A45-4D71-9664-62D8066A79D2}" type="presParOf" srcId="{474798CD-7088-48A1-812F-44E6C21EC874}" destId="{9C8A62CB-7E86-49B5-85FE-6AE355E78049}" srcOrd="0" destOrd="0" presId="urn:microsoft.com/office/officeart/2016/7/layout/LinearBlockProcessNumbered"/>
    <dgm:cxn modelId="{8AF2100C-B74C-42F8-9C02-A809B143D286}" type="presParOf" srcId="{474798CD-7088-48A1-812F-44E6C21EC874}" destId="{11614662-B56B-4D9A-9351-27B0BC13A57B}" srcOrd="1" destOrd="0" presId="urn:microsoft.com/office/officeart/2016/7/layout/LinearBlockProcessNumbered"/>
    <dgm:cxn modelId="{9349ED9E-943A-4064-85E0-B4333E22DE59}" type="presParOf" srcId="{474798CD-7088-48A1-812F-44E6C21EC874}" destId="{7265382E-69AE-42F2-B60C-C702D192962C}" srcOrd="2" destOrd="0" presId="urn:microsoft.com/office/officeart/2016/7/layout/LinearBlockProcessNumbered"/>
    <dgm:cxn modelId="{54D61C2D-36C9-4BCD-BE0B-EB11FCA424E4}" type="presParOf" srcId="{E40755C6-DEB7-40E9-A73F-A000EBFE2576}" destId="{ABE6D591-1D19-46ED-A0C9-88838AFC2D8F}" srcOrd="5" destOrd="0" presId="urn:microsoft.com/office/officeart/2016/7/layout/LinearBlockProcessNumbered"/>
    <dgm:cxn modelId="{0364613C-FEC0-4877-8C7E-5DD35DA55C9A}" type="presParOf" srcId="{E40755C6-DEB7-40E9-A73F-A000EBFE2576}" destId="{328F3F64-36B9-4267-8550-60594424B7DC}" srcOrd="6" destOrd="0" presId="urn:microsoft.com/office/officeart/2016/7/layout/LinearBlockProcessNumbered"/>
    <dgm:cxn modelId="{06ACA587-3803-4398-A5BE-5CD73E8589B8}" type="presParOf" srcId="{328F3F64-36B9-4267-8550-60594424B7DC}" destId="{E673BE71-69EE-4B7E-99C1-3EAEBBACFCCD}" srcOrd="0" destOrd="0" presId="urn:microsoft.com/office/officeart/2016/7/layout/LinearBlockProcessNumbered"/>
    <dgm:cxn modelId="{5119193F-0463-45DC-8023-73ED976F7F14}" type="presParOf" srcId="{328F3F64-36B9-4267-8550-60594424B7DC}" destId="{E3B96674-91DA-4C02-811E-E39BB54CD7F1}" srcOrd="1" destOrd="0" presId="urn:microsoft.com/office/officeart/2016/7/layout/LinearBlockProcessNumbered"/>
    <dgm:cxn modelId="{1E74300C-369B-403E-9562-3D85415473CF}" type="presParOf" srcId="{328F3F64-36B9-4267-8550-60594424B7DC}" destId="{F4411FFC-593A-4181-A13B-EF630447354D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6EC355-1EE1-4E79-9ABB-CB52D9BB7F7F}">
      <dsp:nvSpPr>
        <dsp:cNvPr id="0" name=""/>
        <dsp:cNvSpPr/>
      </dsp:nvSpPr>
      <dsp:spPr>
        <a:xfrm>
          <a:off x="0" y="10599"/>
          <a:ext cx="7543800" cy="8634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Total Sales: $2.30M</a:t>
          </a:r>
        </a:p>
      </dsp:txBody>
      <dsp:txXfrm>
        <a:off x="42151" y="52750"/>
        <a:ext cx="7459498" cy="779158"/>
      </dsp:txXfrm>
    </dsp:sp>
    <dsp:sp modelId="{EC6212D2-A693-4195-AD93-9DFF8FB1C405}">
      <dsp:nvSpPr>
        <dsp:cNvPr id="0" name=""/>
        <dsp:cNvSpPr/>
      </dsp:nvSpPr>
      <dsp:spPr>
        <a:xfrm>
          <a:off x="0" y="977740"/>
          <a:ext cx="7543800" cy="86346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Total Profit: $286K</a:t>
          </a:r>
        </a:p>
      </dsp:txBody>
      <dsp:txXfrm>
        <a:off x="42151" y="1019891"/>
        <a:ext cx="7459498" cy="779158"/>
      </dsp:txXfrm>
    </dsp:sp>
    <dsp:sp modelId="{916B63E5-4F71-4AE0-9278-3B12B796944F}">
      <dsp:nvSpPr>
        <dsp:cNvPr id="0" name=""/>
        <dsp:cNvSpPr/>
      </dsp:nvSpPr>
      <dsp:spPr>
        <a:xfrm>
          <a:off x="0" y="1944880"/>
          <a:ext cx="7543800" cy="86346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Total Quantity: 38K</a:t>
          </a:r>
        </a:p>
      </dsp:txBody>
      <dsp:txXfrm>
        <a:off x="42151" y="1987031"/>
        <a:ext cx="7459498" cy="779158"/>
      </dsp:txXfrm>
    </dsp:sp>
    <dsp:sp modelId="{1021E3C4-090B-497A-8AB5-0B482731174B}">
      <dsp:nvSpPr>
        <dsp:cNvPr id="0" name=""/>
        <dsp:cNvSpPr/>
      </dsp:nvSpPr>
      <dsp:spPr>
        <a:xfrm>
          <a:off x="0" y="2912020"/>
          <a:ext cx="7543800" cy="8634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Steady growth with fluctuations</a:t>
          </a:r>
        </a:p>
      </dsp:txBody>
      <dsp:txXfrm>
        <a:off x="42151" y="2954171"/>
        <a:ext cx="7459498" cy="7791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D57B29-F3A5-41AB-B9DE-8E167E0175C5}">
      <dsp:nvSpPr>
        <dsp:cNvPr id="0" name=""/>
        <dsp:cNvSpPr/>
      </dsp:nvSpPr>
      <dsp:spPr>
        <a:xfrm>
          <a:off x="0" y="1107423"/>
          <a:ext cx="2121693" cy="13472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445302-4103-4E5D-A4C1-2DCE5AC9F725}">
      <dsp:nvSpPr>
        <dsp:cNvPr id="0" name=""/>
        <dsp:cNvSpPr/>
      </dsp:nvSpPr>
      <dsp:spPr>
        <a:xfrm>
          <a:off x="235743" y="1331380"/>
          <a:ext cx="2121693" cy="13472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Profit margin ~12%</a:t>
          </a:r>
        </a:p>
      </dsp:txBody>
      <dsp:txXfrm>
        <a:off x="275203" y="1370840"/>
        <a:ext cx="2042773" cy="1268355"/>
      </dsp:txXfrm>
    </dsp:sp>
    <dsp:sp modelId="{D973B0C8-5FFB-482A-AC9E-C18F1AE11AC2}">
      <dsp:nvSpPr>
        <dsp:cNvPr id="0" name=""/>
        <dsp:cNvSpPr/>
      </dsp:nvSpPr>
      <dsp:spPr>
        <a:xfrm>
          <a:off x="2593181" y="1107423"/>
          <a:ext cx="2121693" cy="13472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37C16F-D34C-48E2-ADAD-C880D10A729F}">
      <dsp:nvSpPr>
        <dsp:cNvPr id="0" name=""/>
        <dsp:cNvSpPr/>
      </dsp:nvSpPr>
      <dsp:spPr>
        <a:xfrm>
          <a:off x="2828925" y="1331380"/>
          <a:ext cx="2121693" cy="13472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Discounts reduce profitability</a:t>
          </a:r>
        </a:p>
      </dsp:txBody>
      <dsp:txXfrm>
        <a:off x="2868385" y="1370840"/>
        <a:ext cx="2042773" cy="1268355"/>
      </dsp:txXfrm>
    </dsp:sp>
    <dsp:sp modelId="{5C6B251B-41FE-4D8D-9BF4-7E0914584050}">
      <dsp:nvSpPr>
        <dsp:cNvPr id="0" name=""/>
        <dsp:cNvSpPr/>
      </dsp:nvSpPr>
      <dsp:spPr>
        <a:xfrm>
          <a:off x="5186362" y="1107423"/>
          <a:ext cx="2121693" cy="13472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7EED1E-2521-43FC-BDA7-646D7FB58420}">
      <dsp:nvSpPr>
        <dsp:cNvPr id="0" name=""/>
        <dsp:cNvSpPr/>
      </dsp:nvSpPr>
      <dsp:spPr>
        <a:xfrm>
          <a:off x="5422106" y="1331380"/>
          <a:ext cx="2121693" cy="13472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High sales volume</a:t>
          </a:r>
        </a:p>
      </dsp:txBody>
      <dsp:txXfrm>
        <a:off x="5461566" y="1370840"/>
        <a:ext cx="2042773" cy="126835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93C633-F5BA-4D68-BD5C-1470921D1356}">
      <dsp:nvSpPr>
        <dsp:cNvPr id="0" name=""/>
        <dsp:cNvSpPr/>
      </dsp:nvSpPr>
      <dsp:spPr>
        <a:xfrm>
          <a:off x="2414016" y="1894"/>
          <a:ext cx="2715768" cy="91139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Consumer ~50% (dominant)</a:t>
          </a:r>
        </a:p>
      </dsp:txBody>
      <dsp:txXfrm>
        <a:off x="2458507" y="46385"/>
        <a:ext cx="2626786" cy="822413"/>
      </dsp:txXfrm>
    </dsp:sp>
    <dsp:sp modelId="{6C58EEF4-1211-4E34-9B8F-1C4EF90EAC03}">
      <dsp:nvSpPr>
        <dsp:cNvPr id="0" name=""/>
        <dsp:cNvSpPr/>
      </dsp:nvSpPr>
      <dsp:spPr>
        <a:xfrm>
          <a:off x="2414016" y="958859"/>
          <a:ext cx="2715768" cy="911395"/>
        </a:xfrm>
        <a:prstGeom prst="roundRect">
          <a:avLst/>
        </a:prstGeom>
        <a:solidFill>
          <a:schemeClr val="accent2">
            <a:hueOff val="13013"/>
            <a:satOff val="-8959"/>
            <a:lumOff val="-228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Corporate ~31%</a:t>
          </a:r>
        </a:p>
      </dsp:txBody>
      <dsp:txXfrm>
        <a:off x="2458507" y="1003350"/>
        <a:ext cx="2626786" cy="822413"/>
      </dsp:txXfrm>
    </dsp:sp>
    <dsp:sp modelId="{2407FABA-F70E-4EF1-8A57-3E00F2DE3599}">
      <dsp:nvSpPr>
        <dsp:cNvPr id="0" name=""/>
        <dsp:cNvSpPr/>
      </dsp:nvSpPr>
      <dsp:spPr>
        <a:xfrm>
          <a:off x="2414016" y="1915824"/>
          <a:ext cx="2715768" cy="911395"/>
        </a:xfrm>
        <a:prstGeom prst="roundRect">
          <a:avLst/>
        </a:prstGeom>
        <a:solidFill>
          <a:schemeClr val="accent2">
            <a:hueOff val="26025"/>
            <a:satOff val="-17917"/>
            <a:lumOff val="-457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Home Office ~19%</a:t>
          </a:r>
        </a:p>
      </dsp:txBody>
      <dsp:txXfrm>
        <a:off x="2458507" y="1960315"/>
        <a:ext cx="2626786" cy="822413"/>
      </dsp:txXfrm>
    </dsp:sp>
    <dsp:sp modelId="{E848213D-89DE-4B36-AD5F-02210D630175}">
      <dsp:nvSpPr>
        <dsp:cNvPr id="0" name=""/>
        <dsp:cNvSpPr/>
      </dsp:nvSpPr>
      <dsp:spPr>
        <a:xfrm>
          <a:off x="2414016" y="2872789"/>
          <a:ext cx="2715768" cy="911395"/>
        </a:xfrm>
        <a:prstGeom prst="roundRect">
          <a:avLst/>
        </a:prstGeom>
        <a:solidFill>
          <a:schemeClr val="accent2">
            <a:hueOff val="39038"/>
            <a:satOff val="-26876"/>
            <a:lumOff val="-686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Growth opportunity: Corporate</a:t>
          </a:r>
        </a:p>
      </dsp:txBody>
      <dsp:txXfrm>
        <a:off x="2458507" y="2917280"/>
        <a:ext cx="2626786" cy="82241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0936A1-C825-42D8-A35C-45047965D5BD}">
      <dsp:nvSpPr>
        <dsp:cNvPr id="0" name=""/>
        <dsp:cNvSpPr/>
      </dsp:nvSpPr>
      <dsp:spPr>
        <a:xfrm>
          <a:off x="716439" y="1564"/>
          <a:ext cx="2909961" cy="17459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West (~32%) leads</a:t>
          </a:r>
        </a:p>
      </dsp:txBody>
      <dsp:txXfrm>
        <a:off x="716439" y="1564"/>
        <a:ext cx="2909961" cy="1745977"/>
      </dsp:txXfrm>
    </dsp:sp>
    <dsp:sp modelId="{802296A9-9C2E-4DE2-9B18-4914340AFFE3}">
      <dsp:nvSpPr>
        <dsp:cNvPr id="0" name=""/>
        <dsp:cNvSpPr/>
      </dsp:nvSpPr>
      <dsp:spPr>
        <a:xfrm>
          <a:off x="3917398" y="1564"/>
          <a:ext cx="2909961" cy="17459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East (~30%) strong</a:t>
          </a:r>
        </a:p>
      </dsp:txBody>
      <dsp:txXfrm>
        <a:off x="3917398" y="1564"/>
        <a:ext cx="2909961" cy="1745977"/>
      </dsp:txXfrm>
    </dsp:sp>
    <dsp:sp modelId="{F884D004-6FD9-4DA6-B977-F3BB5EF7611E}">
      <dsp:nvSpPr>
        <dsp:cNvPr id="0" name=""/>
        <dsp:cNvSpPr/>
      </dsp:nvSpPr>
      <dsp:spPr>
        <a:xfrm>
          <a:off x="716439" y="2038538"/>
          <a:ext cx="2909961" cy="17459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Central &amp; South lag</a:t>
          </a:r>
        </a:p>
      </dsp:txBody>
      <dsp:txXfrm>
        <a:off x="716439" y="2038538"/>
        <a:ext cx="2909961" cy="1745977"/>
      </dsp:txXfrm>
    </dsp:sp>
    <dsp:sp modelId="{EFB1E54A-A2F9-4647-B615-0D628A90A267}">
      <dsp:nvSpPr>
        <dsp:cNvPr id="0" name=""/>
        <dsp:cNvSpPr/>
      </dsp:nvSpPr>
      <dsp:spPr>
        <a:xfrm>
          <a:off x="3917398" y="2038538"/>
          <a:ext cx="2909961" cy="17459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Expand in weaker regions</a:t>
          </a:r>
        </a:p>
      </dsp:txBody>
      <dsp:txXfrm>
        <a:off x="3917398" y="2038538"/>
        <a:ext cx="2909961" cy="174597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FB3EFE-7E1D-4966-8BB0-8366D005B581}">
      <dsp:nvSpPr>
        <dsp:cNvPr id="0" name=""/>
        <dsp:cNvSpPr/>
      </dsp:nvSpPr>
      <dsp:spPr>
        <a:xfrm>
          <a:off x="749317" y="897969"/>
          <a:ext cx="971544" cy="9715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6EE96C-47AA-45D1-A83A-24EAF89331F0}">
      <dsp:nvSpPr>
        <dsp:cNvPr id="0" name=""/>
        <dsp:cNvSpPr/>
      </dsp:nvSpPr>
      <dsp:spPr>
        <a:xfrm>
          <a:off x="155595" y="2168110"/>
          <a:ext cx="215898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Seasonal spikes observed</a:t>
          </a:r>
        </a:p>
      </dsp:txBody>
      <dsp:txXfrm>
        <a:off x="155595" y="2168110"/>
        <a:ext cx="2158987" cy="720000"/>
      </dsp:txXfrm>
    </dsp:sp>
    <dsp:sp modelId="{6810B321-FD65-440C-876E-157AAED70FCC}">
      <dsp:nvSpPr>
        <dsp:cNvPr id="0" name=""/>
        <dsp:cNvSpPr/>
      </dsp:nvSpPr>
      <dsp:spPr>
        <a:xfrm>
          <a:off x="3286127" y="897969"/>
          <a:ext cx="971544" cy="9715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A68CCC-97EC-43A4-AC11-904111140AC4}">
      <dsp:nvSpPr>
        <dsp:cNvPr id="0" name=""/>
        <dsp:cNvSpPr/>
      </dsp:nvSpPr>
      <dsp:spPr>
        <a:xfrm>
          <a:off x="2692406" y="2168110"/>
          <a:ext cx="215898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Peaks during promotions</a:t>
          </a:r>
        </a:p>
      </dsp:txBody>
      <dsp:txXfrm>
        <a:off x="2692406" y="2168110"/>
        <a:ext cx="2158987" cy="720000"/>
      </dsp:txXfrm>
    </dsp:sp>
    <dsp:sp modelId="{6CC4EAA2-C19C-4E40-BF26-91C09C00A1E4}">
      <dsp:nvSpPr>
        <dsp:cNvPr id="0" name=""/>
        <dsp:cNvSpPr/>
      </dsp:nvSpPr>
      <dsp:spPr>
        <a:xfrm>
          <a:off x="5822938" y="897969"/>
          <a:ext cx="971544" cy="9715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3534A9-99AC-4BA8-85DF-5CC76210AC93}">
      <dsp:nvSpPr>
        <dsp:cNvPr id="0" name=""/>
        <dsp:cNvSpPr/>
      </dsp:nvSpPr>
      <dsp:spPr>
        <a:xfrm>
          <a:off x="5229216" y="2168110"/>
          <a:ext cx="215898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Growth toward 2021</a:t>
          </a:r>
        </a:p>
      </dsp:txBody>
      <dsp:txXfrm>
        <a:off x="5229216" y="2168110"/>
        <a:ext cx="2158987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FFD2FF-6936-434B-A750-4F55053D6807}">
      <dsp:nvSpPr>
        <dsp:cNvPr id="0" name=""/>
        <dsp:cNvSpPr/>
      </dsp:nvSpPr>
      <dsp:spPr>
        <a:xfrm>
          <a:off x="441900" y="633040"/>
          <a:ext cx="1372500" cy="13725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F5F5E8-1124-446B-A0FF-F781422E2A69}">
      <dsp:nvSpPr>
        <dsp:cNvPr id="0" name=""/>
        <dsp:cNvSpPr/>
      </dsp:nvSpPr>
      <dsp:spPr>
        <a:xfrm>
          <a:off x="734400" y="925540"/>
          <a:ext cx="787500" cy="787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02EC3E-6509-4F8E-8496-5CDD1295BC5A}">
      <dsp:nvSpPr>
        <dsp:cNvPr id="0" name=""/>
        <dsp:cNvSpPr/>
      </dsp:nvSpPr>
      <dsp:spPr>
        <a:xfrm>
          <a:off x="3150" y="2433040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/>
            <a:t>Phones, Chairs, Storage lead</a:t>
          </a:r>
        </a:p>
      </dsp:txBody>
      <dsp:txXfrm>
        <a:off x="3150" y="2433040"/>
        <a:ext cx="2250000" cy="720000"/>
      </dsp:txXfrm>
    </dsp:sp>
    <dsp:sp modelId="{246C923A-6397-401C-A7F0-852392523213}">
      <dsp:nvSpPr>
        <dsp:cNvPr id="0" name=""/>
        <dsp:cNvSpPr/>
      </dsp:nvSpPr>
      <dsp:spPr>
        <a:xfrm>
          <a:off x="3085650" y="633040"/>
          <a:ext cx="1372500" cy="13725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E40C90-E0E1-4E51-BBA8-B1C226790D6E}">
      <dsp:nvSpPr>
        <dsp:cNvPr id="0" name=""/>
        <dsp:cNvSpPr/>
      </dsp:nvSpPr>
      <dsp:spPr>
        <a:xfrm>
          <a:off x="3378150" y="925540"/>
          <a:ext cx="787500" cy="787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63B3D4-2B8A-4B4B-972F-EA45821DEA21}">
      <dsp:nvSpPr>
        <dsp:cNvPr id="0" name=""/>
        <dsp:cNvSpPr/>
      </dsp:nvSpPr>
      <dsp:spPr>
        <a:xfrm>
          <a:off x="2646900" y="2433040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/>
            <a:t>Tech &amp; Furniture strong</a:t>
          </a:r>
        </a:p>
      </dsp:txBody>
      <dsp:txXfrm>
        <a:off x="2646900" y="2433040"/>
        <a:ext cx="2250000" cy="720000"/>
      </dsp:txXfrm>
    </dsp:sp>
    <dsp:sp modelId="{AF77A75A-83F6-47EF-A931-32E7BECB0ED7}">
      <dsp:nvSpPr>
        <dsp:cNvPr id="0" name=""/>
        <dsp:cNvSpPr/>
      </dsp:nvSpPr>
      <dsp:spPr>
        <a:xfrm>
          <a:off x="5729400" y="633040"/>
          <a:ext cx="1372500" cy="13725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21669A-E978-4233-9F84-DCAB26855542}">
      <dsp:nvSpPr>
        <dsp:cNvPr id="0" name=""/>
        <dsp:cNvSpPr/>
      </dsp:nvSpPr>
      <dsp:spPr>
        <a:xfrm>
          <a:off x="6021900" y="925540"/>
          <a:ext cx="787500" cy="7875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6C75EE-4C39-410B-BCFB-988EAB58521D}">
      <dsp:nvSpPr>
        <dsp:cNvPr id="0" name=""/>
        <dsp:cNvSpPr/>
      </dsp:nvSpPr>
      <dsp:spPr>
        <a:xfrm>
          <a:off x="5290650" y="2433040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/>
            <a:t>Focus on best-sellers</a:t>
          </a:r>
        </a:p>
      </dsp:txBody>
      <dsp:txXfrm>
        <a:off x="5290650" y="2433040"/>
        <a:ext cx="225000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4096A2-146E-43D4-9A1C-48010601E583}">
      <dsp:nvSpPr>
        <dsp:cNvPr id="0" name=""/>
        <dsp:cNvSpPr/>
      </dsp:nvSpPr>
      <dsp:spPr>
        <a:xfrm>
          <a:off x="441900" y="633040"/>
          <a:ext cx="1372500" cy="13725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7F54CA-3CD8-4535-AC2E-1A5D4E47B7FA}">
      <dsp:nvSpPr>
        <dsp:cNvPr id="0" name=""/>
        <dsp:cNvSpPr/>
      </dsp:nvSpPr>
      <dsp:spPr>
        <a:xfrm>
          <a:off x="734400" y="925540"/>
          <a:ext cx="787500" cy="787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1110AF-8839-42EB-839A-D01512726701}">
      <dsp:nvSpPr>
        <dsp:cNvPr id="0" name=""/>
        <dsp:cNvSpPr/>
      </dsp:nvSpPr>
      <dsp:spPr>
        <a:xfrm>
          <a:off x="3150" y="2433040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/>
            <a:t>Labels, Fasteners weak</a:t>
          </a:r>
        </a:p>
      </dsp:txBody>
      <dsp:txXfrm>
        <a:off x="3150" y="2433040"/>
        <a:ext cx="2250000" cy="720000"/>
      </dsp:txXfrm>
    </dsp:sp>
    <dsp:sp modelId="{EA356548-AE81-4DD7-9D6D-385B86FF3B57}">
      <dsp:nvSpPr>
        <dsp:cNvPr id="0" name=""/>
        <dsp:cNvSpPr/>
      </dsp:nvSpPr>
      <dsp:spPr>
        <a:xfrm>
          <a:off x="3085650" y="633040"/>
          <a:ext cx="1372500" cy="13725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19519"/>
            <a:satOff val="-13438"/>
            <a:lumOff val="-343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F15FC3-3450-4369-B8FE-AD42F23FCFC2}">
      <dsp:nvSpPr>
        <dsp:cNvPr id="0" name=""/>
        <dsp:cNvSpPr/>
      </dsp:nvSpPr>
      <dsp:spPr>
        <a:xfrm>
          <a:off x="3378150" y="925540"/>
          <a:ext cx="787500" cy="787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FEBE2E-EB75-44E1-96C9-D50716DC66D9}">
      <dsp:nvSpPr>
        <dsp:cNvPr id="0" name=""/>
        <dsp:cNvSpPr/>
      </dsp:nvSpPr>
      <dsp:spPr>
        <a:xfrm>
          <a:off x="2646900" y="2433040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/>
            <a:t>Low revenue contribution</a:t>
          </a:r>
        </a:p>
      </dsp:txBody>
      <dsp:txXfrm>
        <a:off x="2646900" y="2433040"/>
        <a:ext cx="2250000" cy="720000"/>
      </dsp:txXfrm>
    </dsp:sp>
    <dsp:sp modelId="{CF7AC9B4-C429-47AB-AF96-9E58E8843048}">
      <dsp:nvSpPr>
        <dsp:cNvPr id="0" name=""/>
        <dsp:cNvSpPr/>
      </dsp:nvSpPr>
      <dsp:spPr>
        <a:xfrm>
          <a:off x="5729400" y="633040"/>
          <a:ext cx="1372500" cy="13725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39038"/>
            <a:satOff val="-26876"/>
            <a:lumOff val="-686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DD1FB6-0074-4881-B530-CC0F23C8E708}">
      <dsp:nvSpPr>
        <dsp:cNvPr id="0" name=""/>
        <dsp:cNvSpPr/>
      </dsp:nvSpPr>
      <dsp:spPr>
        <a:xfrm>
          <a:off x="6021900" y="925540"/>
          <a:ext cx="787500" cy="7875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A23183-623D-4D7B-93A5-73156F48D29C}">
      <dsp:nvSpPr>
        <dsp:cNvPr id="0" name=""/>
        <dsp:cNvSpPr/>
      </dsp:nvSpPr>
      <dsp:spPr>
        <a:xfrm>
          <a:off x="5290650" y="2433040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/>
            <a:t>Consider strategy change</a:t>
          </a:r>
        </a:p>
      </dsp:txBody>
      <dsp:txXfrm>
        <a:off x="5290650" y="2433040"/>
        <a:ext cx="2250000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F7C29B-FD1E-4ADB-824D-E3DCCBB69FE3}">
      <dsp:nvSpPr>
        <dsp:cNvPr id="0" name=""/>
        <dsp:cNvSpPr/>
      </dsp:nvSpPr>
      <dsp:spPr>
        <a:xfrm>
          <a:off x="147" y="825562"/>
          <a:ext cx="1779128" cy="213495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738" tIns="0" rIns="175738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Reduce discounts</a:t>
          </a:r>
        </a:p>
      </dsp:txBody>
      <dsp:txXfrm>
        <a:off x="147" y="1679544"/>
        <a:ext cx="1779128" cy="1280972"/>
      </dsp:txXfrm>
    </dsp:sp>
    <dsp:sp modelId="{F3A50777-29DC-41F5-BEE0-D51444B91B1A}">
      <dsp:nvSpPr>
        <dsp:cNvPr id="0" name=""/>
        <dsp:cNvSpPr/>
      </dsp:nvSpPr>
      <dsp:spPr>
        <a:xfrm>
          <a:off x="147" y="825562"/>
          <a:ext cx="1779128" cy="853981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738" tIns="165100" rIns="175738" bIns="16510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01</a:t>
          </a:r>
        </a:p>
      </dsp:txBody>
      <dsp:txXfrm>
        <a:off x="147" y="825562"/>
        <a:ext cx="1779128" cy="853981"/>
      </dsp:txXfrm>
    </dsp:sp>
    <dsp:sp modelId="{39AE96F4-D1C6-4C25-93BC-B8D41C87BA59}">
      <dsp:nvSpPr>
        <dsp:cNvPr id="0" name=""/>
        <dsp:cNvSpPr/>
      </dsp:nvSpPr>
      <dsp:spPr>
        <a:xfrm>
          <a:off x="1921606" y="825562"/>
          <a:ext cx="1779128" cy="2134954"/>
        </a:xfrm>
        <a:prstGeom prst="rect">
          <a:avLst/>
        </a:prstGeom>
        <a:solidFill>
          <a:schemeClr val="accent2">
            <a:hueOff val="13013"/>
            <a:satOff val="-8959"/>
            <a:lumOff val="-2288"/>
            <a:alphaOff val="0"/>
          </a:schemeClr>
        </a:solidFill>
        <a:ln w="15875" cap="flat" cmpd="sng" algn="ctr">
          <a:solidFill>
            <a:schemeClr val="accent2">
              <a:hueOff val="13013"/>
              <a:satOff val="-8959"/>
              <a:lumOff val="-228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738" tIns="0" rIns="175738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Invest in strong regions</a:t>
          </a:r>
        </a:p>
      </dsp:txBody>
      <dsp:txXfrm>
        <a:off x="1921606" y="1679544"/>
        <a:ext cx="1779128" cy="1280972"/>
      </dsp:txXfrm>
    </dsp:sp>
    <dsp:sp modelId="{666E35C5-EE8C-4E92-8D07-DDFB9387AC7C}">
      <dsp:nvSpPr>
        <dsp:cNvPr id="0" name=""/>
        <dsp:cNvSpPr/>
      </dsp:nvSpPr>
      <dsp:spPr>
        <a:xfrm>
          <a:off x="1921606" y="825562"/>
          <a:ext cx="1779128" cy="853981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738" tIns="165100" rIns="175738" bIns="16510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02</a:t>
          </a:r>
        </a:p>
      </dsp:txBody>
      <dsp:txXfrm>
        <a:off x="1921606" y="825562"/>
        <a:ext cx="1779128" cy="853981"/>
      </dsp:txXfrm>
    </dsp:sp>
    <dsp:sp modelId="{9C8A62CB-7E86-49B5-85FE-6AE355E78049}">
      <dsp:nvSpPr>
        <dsp:cNvPr id="0" name=""/>
        <dsp:cNvSpPr/>
      </dsp:nvSpPr>
      <dsp:spPr>
        <a:xfrm>
          <a:off x="3843065" y="825562"/>
          <a:ext cx="1779128" cy="2134954"/>
        </a:xfrm>
        <a:prstGeom prst="rect">
          <a:avLst/>
        </a:prstGeom>
        <a:solidFill>
          <a:schemeClr val="accent2">
            <a:hueOff val="26025"/>
            <a:satOff val="-17917"/>
            <a:lumOff val="-4575"/>
            <a:alphaOff val="0"/>
          </a:schemeClr>
        </a:solidFill>
        <a:ln w="15875" cap="flat" cmpd="sng" algn="ctr">
          <a:solidFill>
            <a:schemeClr val="accent2">
              <a:hueOff val="26025"/>
              <a:satOff val="-17917"/>
              <a:lumOff val="-457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738" tIns="0" rIns="175738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Boost weak categories</a:t>
          </a:r>
        </a:p>
      </dsp:txBody>
      <dsp:txXfrm>
        <a:off x="3843065" y="1679544"/>
        <a:ext cx="1779128" cy="1280972"/>
      </dsp:txXfrm>
    </dsp:sp>
    <dsp:sp modelId="{11614662-B56B-4D9A-9351-27B0BC13A57B}">
      <dsp:nvSpPr>
        <dsp:cNvPr id="0" name=""/>
        <dsp:cNvSpPr/>
      </dsp:nvSpPr>
      <dsp:spPr>
        <a:xfrm>
          <a:off x="3843065" y="825562"/>
          <a:ext cx="1779128" cy="853981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738" tIns="165100" rIns="175738" bIns="16510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03</a:t>
          </a:r>
        </a:p>
      </dsp:txBody>
      <dsp:txXfrm>
        <a:off x="3843065" y="825562"/>
        <a:ext cx="1779128" cy="853981"/>
      </dsp:txXfrm>
    </dsp:sp>
    <dsp:sp modelId="{E673BE71-69EE-4B7E-99C1-3EAEBBACFCCD}">
      <dsp:nvSpPr>
        <dsp:cNvPr id="0" name=""/>
        <dsp:cNvSpPr/>
      </dsp:nvSpPr>
      <dsp:spPr>
        <a:xfrm>
          <a:off x="5764524" y="825562"/>
          <a:ext cx="1779128" cy="2134954"/>
        </a:xfrm>
        <a:prstGeom prst="rect">
          <a:avLst/>
        </a:prstGeom>
        <a:solidFill>
          <a:schemeClr val="accent2">
            <a:hueOff val="39038"/>
            <a:satOff val="-26876"/>
            <a:lumOff val="-6863"/>
            <a:alphaOff val="0"/>
          </a:schemeClr>
        </a:solidFill>
        <a:ln w="15875" cap="flat" cmpd="sng" algn="ctr">
          <a:solidFill>
            <a:schemeClr val="accent2">
              <a:hueOff val="39038"/>
              <a:satOff val="-26876"/>
              <a:lumOff val="-686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738" tIns="0" rIns="175738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Leverage top products</a:t>
          </a:r>
        </a:p>
      </dsp:txBody>
      <dsp:txXfrm>
        <a:off x="5764524" y="1679544"/>
        <a:ext cx="1779128" cy="1280972"/>
      </dsp:txXfrm>
    </dsp:sp>
    <dsp:sp modelId="{E3B96674-91DA-4C02-811E-E39BB54CD7F1}">
      <dsp:nvSpPr>
        <dsp:cNvPr id="0" name=""/>
        <dsp:cNvSpPr/>
      </dsp:nvSpPr>
      <dsp:spPr>
        <a:xfrm>
          <a:off x="5764524" y="825562"/>
          <a:ext cx="1779128" cy="853981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738" tIns="165100" rIns="175738" bIns="16510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04</a:t>
          </a:r>
        </a:p>
      </dsp:txBody>
      <dsp:txXfrm>
        <a:off x="5764524" y="825562"/>
        <a:ext cx="1779128" cy="8539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4489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225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982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483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191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78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66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837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915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5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749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4660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3600" b="1"/>
            </a:pPr>
            <a:r>
              <a:rPr lang="en-GB" sz="3600"/>
              <a:t>Sales Analysis Overview (2019–2021)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EA12779-50EF-A459-054C-B45E6159AA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0232036"/>
              </p:ext>
            </p:extLst>
          </p:nvPr>
        </p:nvGraphicFramePr>
        <p:xfrm>
          <a:off x="822722" y="2098515"/>
          <a:ext cx="75438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3"/>
            <a:ext cx="7543800" cy="1450757"/>
          </a:xfrm>
        </p:spPr>
        <p:txBody>
          <a:bodyPr>
            <a:normAutofit/>
          </a:bodyPr>
          <a:lstStyle/>
          <a:p>
            <a:pPr>
              <a:defRPr sz="3600" b="1"/>
            </a:pPr>
            <a:r>
              <a:rPr lang="en-GB" sz="3600"/>
              <a:t>Key Performance Metrics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CDD8B1C-5CEE-02B7-301E-CDAB7301A4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7070447"/>
              </p:ext>
            </p:extLst>
          </p:nvPr>
        </p:nvGraphicFramePr>
        <p:xfrm>
          <a:off x="822722" y="2098515"/>
          <a:ext cx="75438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3"/>
            <a:ext cx="7543800" cy="1450757"/>
          </a:xfrm>
        </p:spPr>
        <p:txBody>
          <a:bodyPr>
            <a:normAutofit/>
          </a:bodyPr>
          <a:lstStyle/>
          <a:p>
            <a:pPr>
              <a:defRPr sz="3600" b="1"/>
            </a:pPr>
            <a:r>
              <a:rPr lang="en-GB" sz="3600"/>
              <a:t>Sales by Segment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0076046-9009-4857-5079-E52DA9715B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4574973"/>
              </p:ext>
            </p:extLst>
          </p:nvPr>
        </p:nvGraphicFramePr>
        <p:xfrm>
          <a:off x="822722" y="2098515"/>
          <a:ext cx="75438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3600" b="1"/>
            </a:pPr>
            <a:r>
              <a:rPr lang="en-GB" sz="3600"/>
              <a:t>Sales by Region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BF45B7B-1F0C-E7C5-054F-96822DBD1B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8613238"/>
              </p:ext>
            </p:extLst>
          </p:nvPr>
        </p:nvGraphicFramePr>
        <p:xfrm>
          <a:off x="822722" y="2098515"/>
          <a:ext cx="75438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3600" b="1"/>
            </a:pPr>
            <a:r>
              <a:rPr lang="en-GB" sz="3600"/>
              <a:t>Sales Trend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DF2C943-6256-F734-88E1-C8FE18AFB4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7023209"/>
              </p:ext>
            </p:extLst>
          </p:nvPr>
        </p:nvGraphicFramePr>
        <p:xfrm>
          <a:off x="822722" y="2098515"/>
          <a:ext cx="75438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3600" b="1"/>
            </a:pPr>
            <a:r>
              <a:rPr lang="en-GB" sz="3600"/>
              <a:t>Top Categories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155FC90-06B6-7037-F35A-DFF90A6ED6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0791306"/>
              </p:ext>
            </p:extLst>
          </p:nvPr>
        </p:nvGraphicFramePr>
        <p:xfrm>
          <a:off x="822722" y="2098515"/>
          <a:ext cx="75438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3"/>
            <a:ext cx="7543800" cy="1450757"/>
          </a:xfrm>
        </p:spPr>
        <p:txBody>
          <a:bodyPr>
            <a:normAutofit/>
          </a:bodyPr>
          <a:lstStyle/>
          <a:p>
            <a:pPr>
              <a:defRPr sz="3600" b="1"/>
            </a:pPr>
            <a:r>
              <a:rPr lang="en-GB" sz="3600"/>
              <a:t>Low Categories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A276932-0C26-F4D3-BB68-06A4D62E2E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4597277"/>
              </p:ext>
            </p:extLst>
          </p:nvPr>
        </p:nvGraphicFramePr>
        <p:xfrm>
          <a:off x="822722" y="2098515"/>
          <a:ext cx="75438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3600" b="1"/>
            </a:pPr>
            <a:r>
              <a:rPr lang="en-GB" sz="3600"/>
              <a:t>Recommendations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7D6315F-E210-16D7-30C2-E8AE91AE3E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7844212"/>
              </p:ext>
            </p:extLst>
          </p:nvPr>
        </p:nvGraphicFramePr>
        <p:xfrm>
          <a:off x="822722" y="2098515"/>
          <a:ext cx="75438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137</Words>
  <Application>Microsoft Office PowerPoint</Application>
  <PresentationFormat>On-screen Show (4:3)</PresentationFormat>
  <Paragraphs>40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Calibri</vt:lpstr>
      <vt:lpstr>Calibri Light</vt:lpstr>
      <vt:lpstr>Retrospect</vt:lpstr>
      <vt:lpstr>Sales Analysis Overview (2019–2021)</vt:lpstr>
      <vt:lpstr>Key Performance Metrics</vt:lpstr>
      <vt:lpstr>Sales by Segment</vt:lpstr>
      <vt:lpstr>Sales by Region</vt:lpstr>
      <vt:lpstr>Sales Trend</vt:lpstr>
      <vt:lpstr>Top Categories</vt:lpstr>
      <vt:lpstr>Low Categories</vt:lpstr>
      <vt:lpstr>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Joshi, Rohit (Student)</cp:lastModifiedBy>
  <cp:revision>2</cp:revision>
  <dcterms:created xsi:type="dcterms:W3CDTF">2013-01-27T09:14:16Z</dcterms:created>
  <dcterms:modified xsi:type="dcterms:W3CDTF">2026-03-20T00:43:09Z</dcterms:modified>
  <cp:category/>
</cp:coreProperties>
</file>